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1c95aa6bf948bf" /><Relationship Type="http://schemas.openxmlformats.org/officeDocument/2006/relationships/extended-properties" Target="/docProps/app.xml" Id="Rb81d37f37ef9418f" /><Relationship Type="http://schemas.openxmlformats.org/officeDocument/2006/relationships/officeDocument" Target="/ppt/presentation.xml" Id="R1b26c24a9e5b44c9"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4cca125f47e7401f"/>
  </p:sldMasterIdLst>
  <p:notesMasterIdLst>
    <p:notesMasterId xmlns:r="http://schemas.openxmlformats.org/officeDocument/2006/relationships" r:id="R8a6e0c80688a498b"/>
  </p:notesMasterIdLst>
  <p:sldIdLst>
    <p:sldId xmlns:r="http://schemas.openxmlformats.org/officeDocument/2006/relationships" id="256" r:id="R0c249769667e48f4"/>
    <p:sldId xmlns:r="http://schemas.openxmlformats.org/officeDocument/2006/relationships" id="257" r:id="Rbdadeb3a20984f82"/>
    <p:sldId xmlns:r="http://schemas.openxmlformats.org/officeDocument/2006/relationships" id="258" r:id="R4e9f4b2cba3c42f4"/>
    <p:sldId xmlns:r="http://schemas.openxmlformats.org/officeDocument/2006/relationships" id="259" r:id="R06065b578f354b6d"/>
    <p:sldId xmlns:r="http://schemas.openxmlformats.org/officeDocument/2006/relationships" id="260" r:id="R4b373ff88f8142ca"/>
    <p:sldId xmlns:r="http://schemas.openxmlformats.org/officeDocument/2006/relationships" id="261" r:id="Rc3fdad16b93b4a55"/>
    <p:sldId xmlns:r="http://schemas.openxmlformats.org/officeDocument/2006/relationships" id="262" r:id="R7bef7614eee04c19"/>
    <p:sldId xmlns:r="http://schemas.openxmlformats.org/officeDocument/2006/relationships" id="263" r:id="R944bec0f952c48b6"/>
  </p:sldIdLst>
  <p:sldSz cx="18288000" cy="10287000"/>
  <p:notesSz cx="6858000" cy="9144000"/>
  <p:embeddedFontLst>
    <p:embeddedFont>
      <p:font typeface="Glacial Indifference"/>
      <p:regular xmlns:r="http://schemas.openxmlformats.org/officeDocument/2006/relationships" r:id="R8e1003d942ed4e9d"/>
      <p:bold xmlns:r="http://schemas.openxmlformats.org/officeDocument/2006/relationships" r:id="Rb4f68862c48e49a2"/>
    </p:embeddedFont>
    <p:embeddedFont>
      <p:font typeface="Glacial Indifference Bold"/>
      <p:bold xmlns:r="http://schemas.openxmlformats.org/officeDocument/2006/relationships" r:id="Rb9a632a4de3c4494"/>
    </p:embeddedFont>
    <p:embeddedFont>
      <p:font typeface="Glacial Indifference Bold Itali"/>
      <p:regular xmlns:r="http://schemas.openxmlformats.org/officeDocument/2006/relationships" r:id="Rf3c84b08327049ca"/>
      <p:bold xmlns:r="http://schemas.openxmlformats.org/officeDocument/2006/relationships" r:id="R2f69d73a926645ac"/>
    </p:embeddedFont>
    <p:embeddedFont>
      <p:font typeface="Glacial Indifference Italics"/>
      <p:regular xmlns:r="http://schemas.openxmlformats.org/officeDocument/2006/relationships" r:id="Re622a8f23be24ad1"/>
      <p:bold xmlns:r="http://schemas.openxmlformats.org/officeDocument/2006/relationships" r:id="R520060684c514bdf"/>
    </p:embeddedFont>
    <p:embeddedFont>
      <p:font typeface="Jenthill Caps"/>
      <p:regular xmlns:r="http://schemas.openxmlformats.org/officeDocument/2006/relationships" r:id="Rdfa175a0d997433b"/>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p="http://schemas.openxmlformats.org/presentationml/2006/main">
  <p:slideViewPr>
    <p:cSldViewPr showGuides="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f619d3765d13466e" /><Relationship Type="http://schemas.openxmlformats.org/officeDocument/2006/relationships/slideMaster" Target="/ppt/slideMasters/slideMaster1.xml" Id="R4cca125f47e7401f" /><Relationship Type="http://schemas.openxmlformats.org/officeDocument/2006/relationships/notesMaster" Target="/ppt/notesMasters/notesMaster1.xml" Id="R8a6e0c80688a498b" /><Relationship Type="http://schemas.openxmlformats.org/officeDocument/2006/relationships/presProps" Target="/ppt/presProps.xml" Id="Rc6fed68ee4d04101" /><Relationship Type="http://schemas.openxmlformats.org/officeDocument/2006/relationships/viewProps" Target="/ppt/viewProps.xml" Id="Rd187e4438c294242" /><Relationship Type="http://schemas.openxmlformats.org/officeDocument/2006/relationships/tableStyles" Target="/ppt/tableStyles.xml" Id="R8314184709054976" /><Relationship Type="http://schemas.openxmlformats.org/officeDocument/2006/relationships/font" Target="/ppt/fonts/font.dat" Id="R8e1003d942ed4e9d" /><Relationship Type="http://schemas.openxmlformats.org/officeDocument/2006/relationships/font" Target="/ppt/fonts/font2.dat" Id="Rb4f68862c48e49a2" /><Relationship Type="http://schemas.openxmlformats.org/officeDocument/2006/relationships/font" Target="/ppt/fonts/font3.dat" Id="Rb9a632a4de3c4494" /><Relationship Type="http://schemas.openxmlformats.org/officeDocument/2006/relationships/font" Target="/ppt/fonts/font4.dat" Id="Rf3c84b08327049ca" /><Relationship Type="http://schemas.openxmlformats.org/officeDocument/2006/relationships/font" Target="/ppt/fonts/font5.dat" Id="R2f69d73a926645ac" /><Relationship Type="http://schemas.openxmlformats.org/officeDocument/2006/relationships/font" Target="/ppt/fonts/font6.dat" Id="Re622a8f23be24ad1" /><Relationship Type="http://schemas.openxmlformats.org/officeDocument/2006/relationships/font" Target="/ppt/fonts/font7.dat" Id="R520060684c514bdf" /><Relationship Type="http://schemas.openxmlformats.org/officeDocument/2006/relationships/font" Target="/ppt/fonts/font8.dat" Id="Rdfa175a0d997433b" /><Relationship Type="http://schemas.openxmlformats.org/officeDocument/2006/relationships/slide" Target="/ppt/slides/slide1.xml" Id="R0c249769667e48f4" /><Relationship Type="http://schemas.openxmlformats.org/officeDocument/2006/relationships/slide" Target="/ppt/slides/slide2.xml" Id="Rbdadeb3a20984f82" /><Relationship Type="http://schemas.openxmlformats.org/officeDocument/2006/relationships/slide" Target="/ppt/slides/slide3.xml" Id="R4e9f4b2cba3c42f4" /><Relationship Type="http://schemas.openxmlformats.org/officeDocument/2006/relationships/slide" Target="/ppt/slides/slide4.xml" Id="R06065b578f354b6d" /><Relationship Type="http://schemas.openxmlformats.org/officeDocument/2006/relationships/slide" Target="/ppt/slides/slide5.xml" Id="R4b373ff88f8142ca" /><Relationship Type="http://schemas.openxmlformats.org/officeDocument/2006/relationships/slide" Target="/ppt/slides/slide6.xml" Id="Rc3fdad16b93b4a55" /><Relationship Type="http://schemas.openxmlformats.org/officeDocument/2006/relationships/slide" Target="/ppt/slides/slide7.xml" Id="R7bef7614eee04c19" /><Relationship Type="http://schemas.openxmlformats.org/officeDocument/2006/relationships/slide" Target="/ppt/slides/slide8.xml" Id="R944bec0f952c48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e72016d599c4a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44a00e97e54659" /><Relationship Type="http://schemas.openxmlformats.org/officeDocument/2006/relationships/notesMaster" Target="/ppt/notesMasters/notesMaster1.xml" Id="R9e1d5a8974ca48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9ee50c30f342fa" /><Relationship Type="http://schemas.openxmlformats.org/officeDocument/2006/relationships/notesMaster" Target="/ppt/notesMasters/notesMaster1.xml" Id="R771ef6d49a4341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5bd915afde4647" /><Relationship Type="http://schemas.openxmlformats.org/officeDocument/2006/relationships/notesMaster" Target="/ppt/notesMasters/notesMaster1.xml" Id="R12b250e8d9b343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77a0c9db734ced" /><Relationship Type="http://schemas.openxmlformats.org/officeDocument/2006/relationships/notesMaster" Target="/ppt/notesMasters/notesMaster1.xml" Id="R16b162b94e894c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a8031e20bb4519" /><Relationship Type="http://schemas.openxmlformats.org/officeDocument/2006/relationships/notesMaster" Target="/ppt/notesMasters/notesMaster1.xml" Id="Rbd281b7707a049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b58c96f273564c18" /><Relationship Type="http://schemas.openxmlformats.org/officeDocument/2006/relationships/notesMaster" Target="/ppt/notesMasters/notesMaster1.xml" Id="Rf1b43ce9e2a1463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0b260ad7b474a04" /><Relationship Type="http://schemas.openxmlformats.org/officeDocument/2006/relationships/notesMaster" Target="/ppt/notesMasters/notesMaster1.xml" Id="R5b873c35b10a419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428832c6f87420d" /><Relationship Type="http://schemas.openxmlformats.org/officeDocument/2006/relationships/notesMaster" Target="/ppt/notesMasters/notesMaster1.xml" Id="R709a417e60c745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thesis: IDBLOOM helps homemakers translate daily work into recognized identity and market opportunities.</a:t>
            </a:r>
          </a:p>
          <a:p xmlns:a="http://schemas.openxmlformats.org/drawingml/2006/main">
            <a:r>
              <a:t>[Sources] README.md; pasted prompt; source deck 212(1).pptx.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set the core tension. Many details from the old problem/context slides can be said verbally here.</a:t>
            </a:r>
          </a:p>
          <a:p xmlns:a="http://schemas.openxmlformats.org/drawingml/2006/main">
            <a:r>
              <a:t>[Sources] README.md; IDBLOOM_方案深化.md; pasted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product in one clean path: record daily life, extract skills, build identity evidence, then route to opportunities.</a:t>
            </a:r>
          </a:p>
          <a:p xmlns:a="http://schemas.openxmlformats.org/drawingml/2006/main">
            <a:r>
              <a:t>[Sources] README.md; IDBLOOM_方案深化.md; pasted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30-second demo anchor: daily kitchen organization becomes skill tags and then a priced local service.</a:t>
            </a:r>
          </a:p>
          <a:p xmlns:a="http://schemas.openxmlformats.org/drawingml/2006/main">
            <a:r>
              <a:t>[Sources] README.md; 第一组任务一_IDBLOOM网站Demo开发指令.md; assets/idbloom-kitchen.png.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Merge the old online content, e-commerce, offline service, and knowledge service slides into one clean market routing slide.</a:t>
            </a:r>
          </a:p>
          <a:p xmlns:a="http://schemas.openxmlformats.org/drawingml/2006/main">
            <a:r>
              <a:t>[Sources] README.md; IDBLOOM_方案深化.md; source deck slides 12-18.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comparison to answer the BPA theme directly: digital tools help personal uniqueness become economic value.</a:t>
            </a:r>
          </a:p>
          <a:p xmlns:a="http://schemas.openxmlformats.org/drawingml/2006/main">
            <a:r>
              <a:t>[Sources] README.md; pasted prompt; IDBLOOM_方案深化.md.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prompt's validation metrics are framed here as KPIs to test, not as unsupported achieved results.</a:t>
            </a:r>
          </a:p>
          <a:p xmlns:a="http://schemas.openxmlformats.org/drawingml/2006/main">
            <a:r>
              <a:t>[Sources] README.md; IDBLOOM_方案深化.md; pasted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opening tension: IDBLOOM does not invent value, it makes existing value visible.</a:t>
            </a:r>
          </a:p>
          <a:p xmlns:a="http://schemas.openxmlformats.org/drawingml/2006/main">
            <a:r>
              <a:t>[Sources] README.md; source deck media image24.png; pasted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7fc553a18f459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b7d039b06a64d1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219be0ab69f410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ce5149a97cd49d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6d777b1e31e4f5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01a0db651bc480f"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aa8a47d204fb456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4cde73ce02f3408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18df743df3a462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ad844ba3d89489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9d41dd1e52fe426e"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C9E29DD-E36A-417E-BE13-CDD47938B9DF}"/>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08801574-A88C-4B47-868F-A90EAD05E82F}"/>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EC4A6D11-F14A-4CA3-AB0D-8D00365A31C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DD027F61-3655-4A83-9907-5662BFB7712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D56456A-C64F-4C9B-AF71-28349049B25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8BEEAF9-4C87-4265-BB18-551205A3E45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1905A446-2904-4FA2-9377-B9CF637D287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5A858FA-0D16-40F9-B6E8-58CCAF447A7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3F3C92EF-BBF3-4F42-A89E-6C454561582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EA9DB6C-6D16-4A42-B752-C7551CC9A62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B3B3EBD-DF68-4679-9E47-AE24CD368E58}"/>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ABCAC929-5724-4256-9F52-BF2B2C9EE23C}"/>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endParaRPr/>
          </a:p>
        </p:txBody>
      </p:sp>
      <p:sp>
        <p:nvSpPr>
          <p:cNvPr id="4" name="Date Placeholder 3">
            <a:extLst xmlns:a="http://schemas.openxmlformats.org/drawingml/2006/main">
              <a:ext uri="{FF2B5EF4-FFF2-40B4-BE49-F238E27FC236}">
                <a16:creationId xmlns:a16="http://schemas.microsoft.com/office/drawing/2014/main" id="{63F62DC6-47B7-45FC-AFB7-6DBDEBCC5BB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D72521D3-BC24-4A3A-85B4-A15329AA152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B810764-76E0-421C-91EA-F64D0466E76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532263-DB26-4BD4-90E8-B81B0E0CF29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930F6A9C-BBC5-4E91-8A3F-C136D72AD2D4}"/>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5ACD0ED7-4AD3-4B83-9C39-C2A67CFBE22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E69F0480-2630-414E-B537-ACF84602738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D89A1B37-5EF4-45F7-BE98-F2AA7EC0307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F57DE6A-17E2-4899-B4EA-A2190803568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C0C86C1-8156-4830-BAC1-80D24AC48F2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6BA8E73-99A5-4368-9BCB-3264B7CEC835}"/>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endParaRPr/>
          </a:p>
        </p:txBody>
      </p:sp>
      <p:sp>
        <p:nvSpPr>
          <p:cNvPr id="4" name="Content Placeholder 3">
            <a:extLst xmlns:a="http://schemas.openxmlformats.org/drawingml/2006/main">
              <a:ext uri="{FF2B5EF4-FFF2-40B4-BE49-F238E27FC236}">
                <a16:creationId xmlns:a16="http://schemas.microsoft.com/office/drawing/2014/main" id="{EF52C69C-E274-45DF-8D66-DBBDE8E2A113}"/>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F164D6D5-2E88-48BC-998D-DF97DC425E87}"/>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endParaRPr/>
          </a:p>
        </p:txBody>
      </p:sp>
      <p:sp>
        <p:nvSpPr>
          <p:cNvPr id="6" name="Content Placeholder 5">
            <a:extLst xmlns:a="http://schemas.openxmlformats.org/drawingml/2006/main">
              <a:ext uri="{FF2B5EF4-FFF2-40B4-BE49-F238E27FC236}">
                <a16:creationId xmlns:a16="http://schemas.microsoft.com/office/drawing/2014/main" id="{C2E62DBA-FFF0-4645-A524-9D3584D3872D}"/>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E9B10454-25D7-4B0B-8B74-62EBF030C32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8" name="Footer Placeholder 7">
            <a:extLst xmlns:a="http://schemas.openxmlformats.org/drawingml/2006/main">
              <a:ext uri="{FF2B5EF4-FFF2-40B4-BE49-F238E27FC236}">
                <a16:creationId xmlns:a16="http://schemas.microsoft.com/office/drawing/2014/main" id="{8CFF073E-21AF-4167-AF58-16B2A0AA65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DFE3B083-4F1F-4026-8204-D2A8E2FFE55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F272136-C437-4F31-94BC-25514E4E3A2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2B4EBEF4-1DEA-4DAA-B961-5E4E2FE018A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4" name="Footer Placeholder 3">
            <a:extLst xmlns:a="http://schemas.openxmlformats.org/drawingml/2006/main">
              <a:ext uri="{FF2B5EF4-FFF2-40B4-BE49-F238E27FC236}">
                <a16:creationId xmlns:a16="http://schemas.microsoft.com/office/drawing/2014/main" id="{E708D435-7A80-4035-91F0-3F25A559C03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13F4A38B-E0B7-4274-B49F-589811B317D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4C876547-5FB3-40C5-8DFE-DA6379DAD48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3" name="Footer Placeholder 2">
            <a:extLst xmlns:a="http://schemas.openxmlformats.org/drawingml/2006/main">
              <a:ext uri="{FF2B5EF4-FFF2-40B4-BE49-F238E27FC236}">
                <a16:creationId xmlns:a16="http://schemas.microsoft.com/office/drawing/2014/main" id="{E4F21F78-01F9-4C04-AD42-A147CFF0A33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1B83C9DA-6F76-48ED-8C34-82F7595510D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CF2FBF4-2B30-4B6D-8B64-169EF324CA5A}"/>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18C1EC68-6C4F-470E-9355-FA4AB0D5113F}"/>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BD7B3887-7525-4D4A-8732-54B70483AA6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endParaRPr/>
          </a:p>
        </p:txBody>
      </p:sp>
      <p:sp>
        <p:nvSpPr>
          <p:cNvPr id="5" name="Date Placeholder 4">
            <a:extLst xmlns:a="http://schemas.openxmlformats.org/drawingml/2006/main">
              <a:ext uri="{FF2B5EF4-FFF2-40B4-BE49-F238E27FC236}">
                <a16:creationId xmlns:a16="http://schemas.microsoft.com/office/drawing/2014/main" id="{A3EDD76A-BA4A-4D51-8C73-93BED060F77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E7E7168F-7AFF-4521-93DC-383516782C3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D266A040-2754-4A88-A248-7C3CAFFDF6B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EE9DE24-BE1A-46D1-B278-559F16D009F0}"/>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412B8503-98E3-4B84-9F97-52FBFCA00070}"/>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A83DF0FF-894B-41BB-876E-FAEAFA30908F}"/>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endParaRPr/>
          </a:p>
        </p:txBody>
      </p:sp>
      <p:sp>
        <p:nvSpPr>
          <p:cNvPr id="5" name="Date Placeholder 4">
            <a:extLst xmlns:a="http://schemas.openxmlformats.org/drawingml/2006/main">
              <a:ext uri="{FF2B5EF4-FFF2-40B4-BE49-F238E27FC236}">
                <a16:creationId xmlns:a16="http://schemas.microsoft.com/office/drawing/2014/main" id="{815578B8-DEDD-4EBB-8B7B-C3608BB6280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6" name="Footer Placeholder 5">
            <a:extLst xmlns:a="http://schemas.openxmlformats.org/drawingml/2006/main">
              <a:ext uri="{FF2B5EF4-FFF2-40B4-BE49-F238E27FC236}">
                <a16:creationId xmlns:a16="http://schemas.microsoft.com/office/drawing/2014/main" id="{6374CD85-057B-4E13-9009-9EBC0C7A3A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F21C256-BE8E-465B-9E70-9D88F06AF3B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885734A-E95F-4E75-B4C6-61DD22AC7F4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D39B6ACC-3D3C-4B99-BB07-C81BD52A0EA2}"/>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0084617-3EAF-4A9B-9511-AB81605F762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0CB3B676-65FC-4E8F-B018-2B1EE17DE0A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EB1C876-FEAC-4379-A490-0C52D265A69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926EB1B5-1301-4621-A383-FA294FB45259}"/>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39B4BAE0-B2AF-41F2-9681-65C2AFAA6465}"/>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BA486A7-E27A-42E7-86EA-66601340432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FA60166B-D7BB-4243-B093-8D7CEC0C0BE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1427F95-AF56-457D-85AF-AF4A3C5C6DA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fb7a75a7524c40" /><Relationship Type="http://schemas.openxmlformats.org/officeDocument/2006/relationships/slideLayout" Target="/ppt/slideLayouts/slideLayout1.xml" Id="R35acb2019c9144ed" /><Relationship Type="http://schemas.openxmlformats.org/officeDocument/2006/relationships/slideLayout" Target="/ppt/slideLayouts/slideLayout2.xml" Id="R1ef5d989c42a4636" /><Relationship Type="http://schemas.openxmlformats.org/officeDocument/2006/relationships/slideLayout" Target="/ppt/slideLayouts/slideLayout3.xml" Id="R7e57f61a0b0c4526" /><Relationship Type="http://schemas.openxmlformats.org/officeDocument/2006/relationships/slideLayout" Target="/ppt/slideLayouts/slideLayout4.xml" Id="Reb46f3bd63ab4888" /><Relationship Type="http://schemas.openxmlformats.org/officeDocument/2006/relationships/slideLayout" Target="/ppt/slideLayouts/slideLayout5.xml" Id="Rc698cab9cc214072" /><Relationship Type="http://schemas.openxmlformats.org/officeDocument/2006/relationships/slideLayout" Target="/ppt/slideLayouts/slideLayout6.xml" Id="R62bcf08dc8a34432" /><Relationship Type="http://schemas.openxmlformats.org/officeDocument/2006/relationships/slideLayout" Target="/ppt/slideLayouts/slideLayout7.xml" Id="Rc1af4063dafb4e57" /><Relationship Type="http://schemas.openxmlformats.org/officeDocument/2006/relationships/slideLayout" Target="/ppt/slideLayouts/slideLayout8.xml" Id="Rdbd0ed69aaf64d91" /><Relationship Type="http://schemas.openxmlformats.org/officeDocument/2006/relationships/slideLayout" Target="/ppt/slideLayouts/slideLayout9.xml" Id="R5fe8aa03e620465c" /><Relationship Type="http://schemas.openxmlformats.org/officeDocument/2006/relationships/slideLayout" Target="/ppt/slideLayouts/slideLayout10.xml" Id="R9ff65281713847ae" /><Relationship Type="http://schemas.openxmlformats.org/officeDocument/2006/relationships/slideLayout" Target="/ppt/slideLayouts/slideLayout11.xml" Id="Rcc63bb669b174ca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3EF0EF69-3587-4582-A74F-6B0D9F23087F}"/>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1A2B6E8E-1AD5-4946-B290-9495B20677A4}"/>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2411146-B599-45EC-A27B-133773944282}"/>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endParaRPr/>
          </a:p>
        </p:txBody>
      </p:sp>
      <p:sp>
        <p:nvSpPr>
          <p:cNvPr id="5" name="Footer Placeholder 4">
            <a:extLst xmlns:a="http://schemas.openxmlformats.org/drawingml/2006/main">
              <a:ext uri="{FF2B5EF4-FFF2-40B4-BE49-F238E27FC236}">
                <a16:creationId xmlns:a16="http://schemas.microsoft.com/office/drawing/2014/main" id="{71BAED63-1766-4253-9D51-7AE01B58B7AE}"/>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9299766-A2BC-425A-AB14-9EE8685AA379}"/>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acb2019c9144ed"/>
    <p:sldLayoutId xmlns:r="http://schemas.openxmlformats.org/officeDocument/2006/relationships" id="2147483650" r:id="R1ef5d989c42a4636"/>
    <p:sldLayoutId xmlns:r="http://schemas.openxmlformats.org/officeDocument/2006/relationships" id="2147483651" r:id="R7e57f61a0b0c4526"/>
    <p:sldLayoutId xmlns:r="http://schemas.openxmlformats.org/officeDocument/2006/relationships" id="2147483652" r:id="Reb46f3bd63ab4888"/>
    <p:sldLayoutId xmlns:r="http://schemas.openxmlformats.org/officeDocument/2006/relationships" id="2147483653" r:id="Rc698cab9cc214072"/>
    <p:sldLayoutId xmlns:r="http://schemas.openxmlformats.org/officeDocument/2006/relationships" id="2147483654" r:id="R62bcf08dc8a34432"/>
    <p:sldLayoutId xmlns:r="http://schemas.openxmlformats.org/officeDocument/2006/relationships" id="2147483655" r:id="Rc1af4063dafb4e57"/>
    <p:sldLayoutId xmlns:r="http://schemas.openxmlformats.org/officeDocument/2006/relationships" id="2147483656" r:id="Rdbd0ed69aaf64d91"/>
    <p:sldLayoutId xmlns:r="http://schemas.openxmlformats.org/officeDocument/2006/relationships" id="2147483657" r:id="R5fe8aa03e620465c"/>
    <p:sldLayoutId xmlns:r="http://schemas.openxmlformats.org/officeDocument/2006/relationships" id="2147483658" r:id="R9ff65281713847ae"/>
    <p:sldLayoutId xmlns:r="http://schemas.openxmlformats.org/officeDocument/2006/relationships" id="2147483659" r:id="Rcc63bb669b174cac"/>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a4eb6143e7bc4c96" /><Relationship Type="http://schemas.openxmlformats.org/officeDocument/2006/relationships/image" Target="/ppt/media/image.png" Id="Rde3dd52055de4f3b" /><Relationship Type="http://schemas.openxmlformats.org/officeDocument/2006/relationships/image" Target="/ppt/media/image.svg" Id="R2e19f76f29a54451" /><Relationship Type="http://schemas.openxmlformats.org/officeDocument/2006/relationships/notesSlide" Target="/ppt/notesSlides/notesSlide1.xml" Id="Re4840043bda34bdb"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d4824c4c023c466f" /><Relationship Type="http://schemas.openxmlformats.org/officeDocument/2006/relationships/image" Target="/ppt/media/image.png" Id="R8c4e61997e66411c" /><Relationship Type="http://schemas.openxmlformats.org/officeDocument/2006/relationships/image" Target="/ppt/media/image.svg" Id="R4e12535e01bc480a" /><Relationship Type="http://schemas.openxmlformats.org/officeDocument/2006/relationships/notesSlide" Target="/ppt/notesSlides/notesSlide2.xml" Id="R0d94c1d9318d4c4a"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bbe6e909719f4b28" /><Relationship Type="http://schemas.openxmlformats.org/officeDocument/2006/relationships/image" Target="/ppt/media/image.png" Id="Rfe69fa5185fb4831" /><Relationship Type="http://schemas.openxmlformats.org/officeDocument/2006/relationships/image" Target="/ppt/media/image.svg" Id="Ref831b1875c34175" /><Relationship Type="http://schemas.openxmlformats.org/officeDocument/2006/relationships/notesSlide" Target="/ppt/notesSlides/notesSlide3.xml" Id="Rae5367f84deb4c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3042d944da0b4359" /><Relationship Type="http://schemas.openxmlformats.org/officeDocument/2006/relationships/image" Target="/ppt/media/image.png" Id="R8eff453270954e49" /><Relationship Type="http://schemas.openxmlformats.org/officeDocument/2006/relationships/image" Target="/ppt/media/image.svg" Id="Rfdd0ab60cecb4332" /><Relationship Type="http://schemas.openxmlformats.org/officeDocument/2006/relationships/image" Target="/ppt/media/image2.png" Id="R1576da12e96f4d2a" /><Relationship Type="http://schemas.openxmlformats.org/officeDocument/2006/relationships/notesSlide" Target="/ppt/notesSlides/notesSlide4.xml" Id="R3a2ef023794243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c649f6283c484cb4" /><Relationship Type="http://schemas.openxmlformats.org/officeDocument/2006/relationships/image" Target="/ppt/media/image.png" Id="R611869614b5145a7" /><Relationship Type="http://schemas.openxmlformats.org/officeDocument/2006/relationships/image" Target="/ppt/media/image.svg" Id="R890cef51dd564a5c" /><Relationship Type="http://schemas.openxmlformats.org/officeDocument/2006/relationships/notesSlide" Target="/ppt/notesSlides/notesSlide5.xml" Id="R764525c7b5fd43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700e6e5c8b9d408f" /><Relationship Type="http://schemas.openxmlformats.org/officeDocument/2006/relationships/image" Target="/ppt/media/image.png" Id="Rc264c4759f294619" /><Relationship Type="http://schemas.openxmlformats.org/officeDocument/2006/relationships/image" Target="/ppt/media/image.svg" Id="R98d39a8d62a340be" /><Relationship Type="http://schemas.openxmlformats.org/officeDocument/2006/relationships/notesSlide" Target="/ppt/notesSlides/notesSlide6.xml" Id="R6c0e2330ec9246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2330218643d143b1" /><Relationship Type="http://schemas.openxmlformats.org/officeDocument/2006/relationships/image" Target="/ppt/media/image.png" Id="R616a2a6588ba440c" /><Relationship Type="http://schemas.openxmlformats.org/officeDocument/2006/relationships/image" Target="/ppt/media/image.svg" Id="Rde39aad09d7e48fa" /><Relationship Type="http://schemas.openxmlformats.org/officeDocument/2006/relationships/notesSlide" Target="/ppt/notesSlides/notesSlide7.xml" Id="Rd00e165224cd4983"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bf2f0ee919314e81" /><Relationship Type="http://schemas.openxmlformats.org/officeDocument/2006/relationships/image" Target="/ppt/media/image.png" Id="Rd1bbae7b8c54473a" /><Relationship Type="http://schemas.openxmlformats.org/officeDocument/2006/relationships/image" Target="/ppt/media/image.svg" Id="R836d59fa42be44c9" /><Relationship Type="http://schemas.openxmlformats.org/officeDocument/2006/relationships/image" Target="/ppt/media/image3.png" Id="R84c249b6145b4151" /><Relationship Type="http://schemas.openxmlformats.org/officeDocument/2006/relationships/notesSlide" Target="/ppt/notesSlides/notesSlide8.xml" Id="R9f3bd17aaaf34a6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E19B9C76-E453-4450-B5F2-388782027226}"/>
              </a:ext>
            </a:extLst>
          </p:cNvPr>
          <p:cNvSpPr>
            <a:spLocks xmlns:a="http://schemas.openxmlformats.org/drawingml/2006/main" noGrp="1"/>
          </p:cNvSpPr>
          <p:nvPr/>
        </p:nvSpPr>
        <p:spPr>
          <a:xfrm xmlns:a="http://schemas.openxmlformats.org/drawingml/2006/main" rot="0" flipH="0" flipV="0">
            <a:off x="-1716549" y="-98911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41CC465F-89DB-420E-859B-761F5505AE7A}"/>
              </a:ext>
            </a:extLst>
          </p:cNvPr>
          <p:cNvSpPr>
            <a:spLocks xmlns:a="http://schemas.openxmlformats.org/drawingml/2006/main" noGrp="1"/>
          </p:cNvSpPr>
          <p:nvPr/>
        </p:nvSpPr>
        <p:spPr>
          <a:xfrm xmlns:a="http://schemas.openxmlformats.org/drawingml/2006/main" rot="0" flipH="0" flipV="0">
            <a:off x="1414104" y="-98911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84B53FAF-9A28-428C-81B1-A01ECA0EC6C0}"/>
              </a:ext>
            </a:extLst>
          </p:cNvPr>
          <p:cNvSpPr>
            <a:spLocks xmlns:a="http://schemas.openxmlformats.org/drawingml/2006/main" noGrp="1"/>
          </p:cNvSpPr>
          <p:nvPr/>
        </p:nvSpPr>
        <p:spPr>
          <a:xfrm xmlns:a="http://schemas.openxmlformats.org/drawingml/2006/main" rot="0" flipH="0" flipV="0">
            <a:off x="4544378" y="-98911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3670B633-CFEE-4D0A-B436-607F600B6C34}"/>
              </a:ext>
            </a:extLst>
          </p:cNvPr>
          <p:cNvSpPr>
            <a:spLocks xmlns:a="http://schemas.openxmlformats.org/drawingml/2006/main" noGrp="1"/>
          </p:cNvSpPr>
          <p:nvPr/>
        </p:nvSpPr>
        <p:spPr>
          <a:xfrm xmlns:a="http://schemas.openxmlformats.org/drawingml/2006/main" rot="0" flipH="0" flipV="0">
            <a:off x="7675031" y="-98911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9B7AE03E-3F4E-4F07-95FF-D6B4B940DFCE}"/>
              </a:ext>
            </a:extLst>
          </p:cNvPr>
          <p:cNvSpPr>
            <a:spLocks xmlns:a="http://schemas.openxmlformats.org/drawingml/2006/main" noGrp="1"/>
          </p:cNvSpPr>
          <p:nvPr/>
        </p:nvSpPr>
        <p:spPr>
          <a:xfrm xmlns:a="http://schemas.openxmlformats.org/drawingml/2006/main" rot="0" flipH="0" flipV="0">
            <a:off x="10805305" y="-98911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8" name="Freeform 8">
            <a:extLst xmlns:a="http://schemas.openxmlformats.org/drawingml/2006/main">
              <a:ext uri="{FF2B5EF4-FFF2-40B4-BE49-F238E27FC236}">
                <a16:creationId xmlns:a16="http://schemas.microsoft.com/office/drawing/2014/main" id="{74693BCF-9CC0-428B-B79F-D5A09C7A9E1E}"/>
              </a:ext>
            </a:extLst>
          </p:cNvPr>
          <p:cNvSpPr>
            <a:spLocks xmlns:a="http://schemas.openxmlformats.org/drawingml/2006/main" noGrp="1"/>
          </p:cNvSpPr>
          <p:nvPr/>
        </p:nvSpPr>
        <p:spPr>
          <a:xfrm xmlns:a="http://schemas.openxmlformats.org/drawingml/2006/main" rot="0" flipH="0" flipV="0">
            <a:off x="13935959" y="-98911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17ACA9AA-DE40-4773-B6A4-8AE0902EADC7}"/>
              </a:ext>
            </a:extLst>
          </p:cNvPr>
          <p:cNvSpPr>
            <a:spLocks xmlns:a="http://schemas.openxmlformats.org/drawingml/2006/main" noGrp="1"/>
          </p:cNvSpPr>
          <p:nvPr/>
        </p:nvSpPr>
        <p:spPr>
          <a:xfrm xmlns:a="http://schemas.openxmlformats.org/drawingml/2006/main" rot="0" flipH="0" flipV="0">
            <a:off x="17066232" y="-98911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10" name="Freeform 10">
            <a:extLst xmlns:a="http://schemas.openxmlformats.org/drawingml/2006/main">
              <a:ext uri="{FF2B5EF4-FFF2-40B4-BE49-F238E27FC236}">
                <a16:creationId xmlns:a16="http://schemas.microsoft.com/office/drawing/2014/main" id="{A8CF2826-F988-4946-8AB7-28A2DD53F668}"/>
              </a:ext>
            </a:extLst>
          </p:cNvPr>
          <p:cNvSpPr>
            <a:spLocks xmlns:a="http://schemas.openxmlformats.org/drawingml/2006/main" noGrp="1"/>
          </p:cNvSpPr>
          <p:nvPr/>
        </p:nvSpPr>
        <p:spPr>
          <a:xfrm xmlns:a="http://schemas.openxmlformats.org/drawingml/2006/main" rot="0" flipH="0" flipV="0">
            <a:off x="-1716359" y="2120133"/>
            <a:ext cx="2937839" cy="2937840"/>
          </a:xfrm>
          <a:custGeom xmlns:a="http://schemas.openxmlformats.org/drawingml/2006/main">
            <a:rect l="l" t="t" r="r" b="b"/>
            <a:pathLst>
              <a:path w="3917120" h="3917120">
                <a:moveTo>
                  <a:pt x="0" y="0"/>
                </a:moveTo>
                <a:lnTo>
                  <a:pt x="3917119" y="0"/>
                </a:lnTo>
                <a:lnTo>
                  <a:pt x="3917119" y="3917120"/>
                </a:lnTo>
                <a:lnTo>
                  <a:pt x="0" y="3917120"/>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11" name="Freeform 11">
            <a:extLst xmlns:a="http://schemas.openxmlformats.org/drawingml/2006/main">
              <a:ext uri="{FF2B5EF4-FFF2-40B4-BE49-F238E27FC236}">
                <a16:creationId xmlns:a16="http://schemas.microsoft.com/office/drawing/2014/main" id="{E0D607A1-27EB-4A61-A1DA-97D36D4A3E28}"/>
              </a:ext>
            </a:extLst>
          </p:cNvPr>
          <p:cNvSpPr>
            <a:spLocks xmlns:a="http://schemas.openxmlformats.org/drawingml/2006/main" noGrp="1"/>
          </p:cNvSpPr>
          <p:nvPr/>
        </p:nvSpPr>
        <p:spPr>
          <a:xfrm xmlns:a="http://schemas.openxmlformats.org/drawingml/2006/main" rot="0" flipH="0" flipV="0">
            <a:off x="1414295" y="2120133"/>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12" name="Freeform 12">
            <a:extLst xmlns:a="http://schemas.openxmlformats.org/drawingml/2006/main">
              <a:ext uri="{FF2B5EF4-FFF2-40B4-BE49-F238E27FC236}">
                <a16:creationId xmlns:a16="http://schemas.microsoft.com/office/drawing/2014/main" id="{7DD0DEC5-BDB3-4A30-B286-9F0DBCB287EC}"/>
              </a:ext>
            </a:extLst>
          </p:cNvPr>
          <p:cNvSpPr>
            <a:spLocks xmlns:a="http://schemas.openxmlformats.org/drawingml/2006/main" noGrp="1"/>
          </p:cNvSpPr>
          <p:nvPr/>
        </p:nvSpPr>
        <p:spPr>
          <a:xfrm xmlns:a="http://schemas.openxmlformats.org/drawingml/2006/main" rot="0" flipH="0" flipV="0">
            <a:off x="4544568" y="2120133"/>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13" name="Freeform 13">
            <a:extLst xmlns:a="http://schemas.openxmlformats.org/drawingml/2006/main">
              <a:ext uri="{FF2B5EF4-FFF2-40B4-BE49-F238E27FC236}">
                <a16:creationId xmlns:a16="http://schemas.microsoft.com/office/drawing/2014/main" id="{E3AC9FCC-2DAC-4223-83E6-86A2DDCBBD37}"/>
              </a:ext>
            </a:extLst>
          </p:cNvPr>
          <p:cNvSpPr>
            <a:spLocks xmlns:a="http://schemas.openxmlformats.org/drawingml/2006/main" noGrp="1"/>
          </p:cNvSpPr>
          <p:nvPr/>
        </p:nvSpPr>
        <p:spPr>
          <a:xfrm xmlns:a="http://schemas.openxmlformats.org/drawingml/2006/main" rot="0" flipH="0" flipV="0">
            <a:off x="7675222" y="2120133"/>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14" name="Freeform 14">
            <a:extLst xmlns:a="http://schemas.openxmlformats.org/drawingml/2006/main">
              <a:ext uri="{FF2B5EF4-FFF2-40B4-BE49-F238E27FC236}">
                <a16:creationId xmlns:a16="http://schemas.microsoft.com/office/drawing/2014/main" id="{4C54B408-049B-4880-8D0A-B27255B8FCED}"/>
              </a:ext>
            </a:extLst>
          </p:cNvPr>
          <p:cNvSpPr>
            <a:spLocks xmlns:a="http://schemas.openxmlformats.org/drawingml/2006/main" noGrp="1"/>
          </p:cNvSpPr>
          <p:nvPr/>
        </p:nvSpPr>
        <p:spPr>
          <a:xfrm xmlns:a="http://schemas.openxmlformats.org/drawingml/2006/main" rot="0" flipH="0" flipV="0">
            <a:off x="10805495" y="2120133"/>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15" name="Freeform 15">
            <a:extLst xmlns:a="http://schemas.openxmlformats.org/drawingml/2006/main">
              <a:ext uri="{FF2B5EF4-FFF2-40B4-BE49-F238E27FC236}">
                <a16:creationId xmlns:a16="http://schemas.microsoft.com/office/drawing/2014/main" id="{DD6DD698-D448-411E-B3FE-6D8E39CA6486}"/>
              </a:ext>
            </a:extLst>
          </p:cNvPr>
          <p:cNvSpPr>
            <a:spLocks xmlns:a="http://schemas.openxmlformats.org/drawingml/2006/main" noGrp="1"/>
          </p:cNvSpPr>
          <p:nvPr/>
        </p:nvSpPr>
        <p:spPr>
          <a:xfrm xmlns:a="http://schemas.openxmlformats.org/drawingml/2006/main" rot="0" flipH="0" flipV="0">
            <a:off x="13936149" y="2120133"/>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16" name="Freeform 16">
            <a:extLst xmlns:a="http://schemas.openxmlformats.org/drawingml/2006/main">
              <a:ext uri="{FF2B5EF4-FFF2-40B4-BE49-F238E27FC236}">
                <a16:creationId xmlns:a16="http://schemas.microsoft.com/office/drawing/2014/main" id="{1C73F674-7B0C-4C31-A670-6D1EF1A4347E}"/>
              </a:ext>
            </a:extLst>
          </p:cNvPr>
          <p:cNvSpPr>
            <a:spLocks xmlns:a="http://schemas.openxmlformats.org/drawingml/2006/main" noGrp="1"/>
          </p:cNvSpPr>
          <p:nvPr/>
        </p:nvSpPr>
        <p:spPr>
          <a:xfrm xmlns:a="http://schemas.openxmlformats.org/drawingml/2006/main" rot="0" flipH="0" flipV="0">
            <a:off x="17066423" y="2120133"/>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17" name="Freeform 17">
            <a:extLst xmlns:a="http://schemas.openxmlformats.org/drawingml/2006/main">
              <a:ext uri="{FF2B5EF4-FFF2-40B4-BE49-F238E27FC236}">
                <a16:creationId xmlns:a16="http://schemas.microsoft.com/office/drawing/2014/main" id="{059DD6E1-BC94-4DC9-92D9-6DDF45A56EDF}"/>
              </a:ext>
            </a:extLst>
          </p:cNvPr>
          <p:cNvSpPr>
            <a:spLocks xmlns:a="http://schemas.openxmlformats.org/drawingml/2006/main" noGrp="1"/>
          </p:cNvSpPr>
          <p:nvPr/>
        </p:nvSpPr>
        <p:spPr>
          <a:xfrm xmlns:a="http://schemas.openxmlformats.org/drawingml/2006/main" rot="0" flipH="0" flipV="0">
            <a:off x="-1716265" y="5229026"/>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18" name="Freeform 18">
            <a:extLst xmlns:a="http://schemas.openxmlformats.org/drawingml/2006/main">
              <a:ext uri="{FF2B5EF4-FFF2-40B4-BE49-F238E27FC236}">
                <a16:creationId xmlns:a16="http://schemas.microsoft.com/office/drawing/2014/main" id="{795C5FD7-DE3D-43E5-A50B-24BC445959B7}"/>
              </a:ext>
            </a:extLst>
          </p:cNvPr>
          <p:cNvSpPr>
            <a:spLocks xmlns:a="http://schemas.openxmlformats.org/drawingml/2006/main" noGrp="1"/>
          </p:cNvSpPr>
          <p:nvPr/>
        </p:nvSpPr>
        <p:spPr>
          <a:xfrm xmlns:a="http://schemas.openxmlformats.org/drawingml/2006/main" rot="0" flipH="0" flipV="0">
            <a:off x="1414390" y="5229026"/>
            <a:ext cx="2937839" cy="2937840"/>
          </a:xfrm>
          <a:custGeom xmlns:a="http://schemas.openxmlformats.org/drawingml/2006/main">
            <a:rect l="l" t="t" r="r" b="b"/>
            <a:pathLst>
              <a:path w="3917120" h="3917120">
                <a:moveTo>
                  <a:pt x="0" y="0"/>
                </a:moveTo>
                <a:lnTo>
                  <a:pt x="3917119" y="0"/>
                </a:lnTo>
                <a:lnTo>
                  <a:pt x="3917119" y="3917119"/>
                </a:lnTo>
                <a:lnTo>
                  <a:pt x="0" y="3917119"/>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19" name="Freeform 19">
            <a:extLst xmlns:a="http://schemas.openxmlformats.org/drawingml/2006/main">
              <a:ext uri="{FF2B5EF4-FFF2-40B4-BE49-F238E27FC236}">
                <a16:creationId xmlns:a16="http://schemas.microsoft.com/office/drawing/2014/main" id="{2218E928-8566-4318-A861-69A75AD68613}"/>
              </a:ext>
            </a:extLst>
          </p:cNvPr>
          <p:cNvSpPr>
            <a:spLocks xmlns:a="http://schemas.openxmlformats.org/drawingml/2006/main" noGrp="1"/>
          </p:cNvSpPr>
          <p:nvPr/>
        </p:nvSpPr>
        <p:spPr>
          <a:xfrm xmlns:a="http://schemas.openxmlformats.org/drawingml/2006/main" rot="0" flipH="0" flipV="0">
            <a:off x="4544663" y="5229026"/>
            <a:ext cx="2937839" cy="2937840"/>
          </a:xfrm>
          <a:custGeom xmlns:a="http://schemas.openxmlformats.org/drawingml/2006/main">
            <a:rect l="l" t="t" r="r" b="b"/>
            <a:pathLst>
              <a:path w="3917120" h="3917120">
                <a:moveTo>
                  <a:pt x="0" y="0"/>
                </a:moveTo>
                <a:lnTo>
                  <a:pt x="3917119" y="0"/>
                </a:lnTo>
                <a:lnTo>
                  <a:pt x="3917119" y="3917119"/>
                </a:lnTo>
                <a:lnTo>
                  <a:pt x="0" y="3917119"/>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20" name="Freeform 20">
            <a:extLst xmlns:a="http://schemas.openxmlformats.org/drawingml/2006/main">
              <a:ext uri="{FF2B5EF4-FFF2-40B4-BE49-F238E27FC236}">
                <a16:creationId xmlns:a16="http://schemas.microsoft.com/office/drawing/2014/main" id="{364F0642-2873-466B-8DCE-ADC05358104F}"/>
              </a:ext>
            </a:extLst>
          </p:cNvPr>
          <p:cNvSpPr>
            <a:spLocks xmlns:a="http://schemas.openxmlformats.org/drawingml/2006/main" noGrp="1"/>
          </p:cNvSpPr>
          <p:nvPr/>
        </p:nvSpPr>
        <p:spPr>
          <a:xfrm xmlns:a="http://schemas.openxmlformats.org/drawingml/2006/main" rot="0" flipH="0" flipV="0">
            <a:off x="7675317" y="5229026"/>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21" name="Freeform 21">
            <a:extLst xmlns:a="http://schemas.openxmlformats.org/drawingml/2006/main">
              <a:ext uri="{FF2B5EF4-FFF2-40B4-BE49-F238E27FC236}">
                <a16:creationId xmlns:a16="http://schemas.microsoft.com/office/drawing/2014/main" id="{3233A448-1F16-452A-8EFB-CFF9396CC899}"/>
              </a:ext>
            </a:extLst>
          </p:cNvPr>
          <p:cNvSpPr>
            <a:spLocks xmlns:a="http://schemas.openxmlformats.org/drawingml/2006/main" noGrp="1"/>
          </p:cNvSpPr>
          <p:nvPr/>
        </p:nvSpPr>
        <p:spPr>
          <a:xfrm xmlns:a="http://schemas.openxmlformats.org/drawingml/2006/main" rot="0" flipH="0" flipV="0">
            <a:off x="10805591" y="5229026"/>
            <a:ext cx="2937839" cy="2937840"/>
          </a:xfrm>
          <a:custGeom xmlns:a="http://schemas.openxmlformats.org/drawingml/2006/main">
            <a:rect l="l" t="t" r="r" b="b"/>
            <a:pathLst>
              <a:path w="3917120" h="3917120">
                <a:moveTo>
                  <a:pt x="0" y="0"/>
                </a:moveTo>
                <a:lnTo>
                  <a:pt x="3917119" y="0"/>
                </a:lnTo>
                <a:lnTo>
                  <a:pt x="3917119" y="3917119"/>
                </a:lnTo>
                <a:lnTo>
                  <a:pt x="0" y="3917119"/>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22" name="Freeform 22">
            <a:extLst xmlns:a="http://schemas.openxmlformats.org/drawingml/2006/main">
              <a:ext uri="{FF2B5EF4-FFF2-40B4-BE49-F238E27FC236}">
                <a16:creationId xmlns:a16="http://schemas.microsoft.com/office/drawing/2014/main" id="{E92BD900-5A99-40DD-801C-6CFE0EA9B0C2}"/>
              </a:ext>
            </a:extLst>
          </p:cNvPr>
          <p:cNvSpPr>
            <a:spLocks xmlns:a="http://schemas.openxmlformats.org/drawingml/2006/main" noGrp="1"/>
          </p:cNvSpPr>
          <p:nvPr/>
        </p:nvSpPr>
        <p:spPr>
          <a:xfrm xmlns:a="http://schemas.openxmlformats.org/drawingml/2006/main" rot="0" flipH="0" flipV="0">
            <a:off x="13936244" y="5229026"/>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23" name="Freeform 23">
            <a:extLst xmlns:a="http://schemas.openxmlformats.org/drawingml/2006/main">
              <a:ext uri="{FF2B5EF4-FFF2-40B4-BE49-F238E27FC236}">
                <a16:creationId xmlns:a16="http://schemas.microsoft.com/office/drawing/2014/main" id="{985E972D-6DDE-446A-9615-7977602D1DFD}"/>
              </a:ext>
            </a:extLst>
          </p:cNvPr>
          <p:cNvSpPr>
            <a:spLocks xmlns:a="http://schemas.openxmlformats.org/drawingml/2006/main" noGrp="1"/>
          </p:cNvSpPr>
          <p:nvPr/>
        </p:nvSpPr>
        <p:spPr>
          <a:xfrm xmlns:a="http://schemas.openxmlformats.org/drawingml/2006/main" rot="0" flipH="0" flipV="0">
            <a:off x="17066518" y="5229026"/>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24" name="Freeform 24">
            <a:extLst xmlns:a="http://schemas.openxmlformats.org/drawingml/2006/main">
              <a:ext uri="{FF2B5EF4-FFF2-40B4-BE49-F238E27FC236}">
                <a16:creationId xmlns:a16="http://schemas.microsoft.com/office/drawing/2014/main" id="{7A7CB15B-B628-41FC-9849-D83B076577F2}"/>
              </a:ext>
            </a:extLst>
          </p:cNvPr>
          <p:cNvSpPr>
            <a:spLocks xmlns:a="http://schemas.openxmlformats.org/drawingml/2006/main" noGrp="1"/>
          </p:cNvSpPr>
          <p:nvPr/>
        </p:nvSpPr>
        <p:spPr>
          <a:xfrm xmlns:a="http://schemas.openxmlformats.org/drawingml/2006/main" rot="0" flipH="0" flipV="0">
            <a:off x="-1716074" y="833827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25" name="Freeform 25">
            <a:extLst xmlns:a="http://schemas.openxmlformats.org/drawingml/2006/main">
              <a:ext uri="{FF2B5EF4-FFF2-40B4-BE49-F238E27FC236}">
                <a16:creationId xmlns:a16="http://schemas.microsoft.com/office/drawing/2014/main" id="{2C11177A-6AA3-400C-BF13-066B0D80BC76}"/>
              </a:ext>
            </a:extLst>
          </p:cNvPr>
          <p:cNvSpPr>
            <a:spLocks xmlns:a="http://schemas.openxmlformats.org/drawingml/2006/main" noGrp="1"/>
          </p:cNvSpPr>
          <p:nvPr/>
        </p:nvSpPr>
        <p:spPr>
          <a:xfrm xmlns:a="http://schemas.openxmlformats.org/drawingml/2006/main" rot="0" flipH="0" flipV="0">
            <a:off x="1414580" y="833827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26" name="Freeform 26">
            <a:extLst xmlns:a="http://schemas.openxmlformats.org/drawingml/2006/main">
              <a:ext uri="{FF2B5EF4-FFF2-40B4-BE49-F238E27FC236}">
                <a16:creationId xmlns:a16="http://schemas.microsoft.com/office/drawing/2014/main" id="{D78D4795-F653-4594-ABF9-87407814C2C6}"/>
              </a:ext>
            </a:extLst>
          </p:cNvPr>
          <p:cNvSpPr>
            <a:spLocks xmlns:a="http://schemas.openxmlformats.org/drawingml/2006/main" noGrp="1"/>
          </p:cNvSpPr>
          <p:nvPr/>
        </p:nvSpPr>
        <p:spPr>
          <a:xfrm xmlns:a="http://schemas.openxmlformats.org/drawingml/2006/main" rot="0" flipH="0" flipV="0">
            <a:off x="4544853" y="833827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27" name="Freeform 27">
            <a:extLst xmlns:a="http://schemas.openxmlformats.org/drawingml/2006/main">
              <a:ext uri="{FF2B5EF4-FFF2-40B4-BE49-F238E27FC236}">
                <a16:creationId xmlns:a16="http://schemas.microsoft.com/office/drawing/2014/main" id="{975DA228-1002-4960-83A8-A33CDC38FC3C}"/>
              </a:ext>
            </a:extLst>
          </p:cNvPr>
          <p:cNvSpPr>
            <a:spLocks xmlns:a="http://schemas.openxmlformats.org/drawingml/2006/main" noGrp="1"/>
          </p:cNvSpPr>
          <p:nvPr/>
        </p:nvSpPr>
        <p:spPr>
          <a:xfrm xmlns:a="http://schemas.openxmlformats.org/drawingml/2006/main" rot="0" flipH="0" flipV="0">
            <a:off x="7675507" y="833827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28" name="Freeform 28">
            <a:extLst xmlns:a="http://schemas.openxmlformats.org/drawingml/2006/main">
              <a:ext uri="{FF2B5EF4-FFF2-40B4-BE49-F238E27FC236}">
                <a16:creationId xmlns:a16="http://schemas.microsoft.com/office/drawing/2014/main" id="{3424ADCB-2B50-4787-8830-B67AB6D553AC}"/>
              </a:ext>
            </a:extLst>
          </p:cNvPr>
          <p:cNvSpPr>
            <a:spLocks xmlns:a="http://schemas.openxmlformats.org/drawingml/2006/main" noGrp="1"/>
          </p:cNvSpPr>
          <p:nvPr/>
        </p:nvSpPr>
        <p:spPr>
          <a:xfrm xmlns:a="http://schemas.openxmlformats.org/drawingml/2006/main" rot="0" flipH="0" flipV="0">
            <a:off x="10805780" y="833827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29" name="Freeform 29">
            <a:extLst xmlns:a="http://schemas.openxmlformats.org/drawingml/2006/main">
              <a:ext uri="{FF2B5EF4-FFF2-40B4-BE49-F238E27FC236}">
                <a16:creationId xmlns:a16="http://schemas.microsoft.com/office/drawing/2014/main" id="{E1D7591D-D6DB-4504-A4CB-2F0760B6C8E3}"/>
              </a:ext>
            </a:extLst>
          </p:cNvPr>
          <p:cNvSpPr>
            <a:spLocks xmlns:a="http://schemas.openxmlformats.org/drawingml/2006/main" noGrp="1"/>
          </p:cNvSpPr>
          <p:nvPr/>
        </p:nvSpPr>
        <p:spPr>
          <a:xfrm xmlns:a="http://schemas.openxmlformats.org/drawingml/2006/main" rot="0" flipH="0" flipV="0">
            <a:off x="13936434" y="833827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30" name="Freeform 30">
            <a:extLst xmlns:a="http://schemas.openxmlformats.org/drawingml/2006/main">
              <a:ext uri="{FF2B5EF4-FFF2-40B4-BE49-F238E27FC236}">
                <a16:creationId xmlns:a16="http://schemas.microsoft.com/office/drawing/2014/main" id="{558B7EEB-B631-48BA-BDF0-3C1C5CA01553}"/>
              </a:ext>
            </a:extLst>
          </p:cNvPr>
          <p:cNvSpPr>
            <a:spLocks xmlns:a="http://schemas.openxmlformats.org/drawingml/2006/main" noGrp="1"/>
          </p:cNvSpPr>
          <p:nvPr/>
        </p:nvSpPr>
        <p:spPr>
          <a:xfrm xmlns:a="http://schemas.openxmlformats.org/drawingml/2006/main" rot="0" flipH="0" flipV="0">
            <a:off x="17066708" y="833827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e3dd52055de4f3b">
              <a:extLst>
                <a:ext uri="{96DAC541-7B7A-43D3-8B79-37D633B846F1}">
                  <asvg:svgBlip xmlns:asvg="http://schemas.microsoft.com/office/drawing/2016/SVG/main" r:embed="R2e19f76f29a54451"/>
                </a:ext>
              </a:extLst>
            </a:blip>
            <a:stretch>
              <a:fillRect l="0" t="0" r="0" b="0"/>
            </a:stretch>
          </a:blipFill>
        </p:spPr>
      </p:sp>
      <p:sp>
        <p:nvSpPr>
          <p:cNvPr id="31" name="">
            <a:extLst xmlns:a="http://schemas.openxmlformats.org/drawingml/2006/main">
              <a:ext uri="{FF2B5EF4-FFF2-40B4-BE49-F238E27FC236}">
                <a16:creationId xmlns:a16="http://schemas.microsoft.com/office/drawing/2014/main" id="{3B8D3148-BBFB-4B8E-97B1-610D00726539}"/>
              </a:ext>
            </a:extLst>
          </p:cNvPr>
          <p:cNvSpPr>
            <a:spLocks xmlns:a="http://schemas.openxmlformats.org/drawingml/2006/main" noGrp="1"/>
          </p:cNvSpPr>
          <p:nvPr/>
        </p:nvSpPr>
        <p:spPr>
          <a:xfrm xmlns:a="http://schemas.openxmlformats.org/drawingml/2006/main" rot="-90000">
            <a:off x="5791200" y="2895600"/>
            <a:ext cx="6762750" cy="838200"/>
          </a:xfrm>
          <a:prstGeom xmlns:a="http://schemas.openxmlformats.org/drawingml/2006/main" prst="roundRect">
            <a:avLst>
              <a:gd name="adj" fmla="val 13636"/>
            </a:avLst>
          </a:prstGeom>
          <a:solidFill xmlns:a="http://schemas.openxmlformats.org/drawingml/2006/main">
            <a:srgbClr val="FFE21A"/>
          </a:solidFill>
          <a:ln xmlns:a="http://schemas.openxmlformats.org/drawingml/2006/main" w="19050">
            <a:solidFill>
              <a:srgbClr val="FFE21A"/>
            </a:solidFill>
            <a:prstDash val="solid"/>
          </a:ln>
        </p:spPr>
      </p:sp>
      <p:sp>
        <p:nvSpPr>
          <p:cNvPr id="32" name="">
            <a:extLst xmlns:a="http://schemas.openxmlformats.org/drawingml/2006/main">
              <a:ext uri="{FF2B5EF4-FFF2-40B4-BE49-F238E27FC236}">
                <a16:creationId xmlns:a16="http://schemas.microsoft.com/office/drawing/2014/main" id="{C50CF594-2AC2-4A4A-A747-A0AD8F4DD14F}"/>
              </a:ext>
            </a:extLst>
          </p:cNvPr>
          <p:cNvSpPr>
            <a:spLocks xmlns:a="http://schemas.openxmlformats.org/drawingml/2006/main" noGrp="1"/>
          </p:cNvSpPr>
          <p:nvPr/>
        </p:nvSpPr>
        <p:spPr>
          <a:xfrm xmlns:a="http://schemas.openxmlformats.org/drawingml/2006/main">
            <a:off x="5619750" y="2762250"/>
            <a:ext cx="7048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6750" b="1" i="0">
                <a:solidFill>
                  <a:srgbClr val="111111"/>
                </a:solidFill>
                <a:latin typeface="Arial Black"/>
                <a:ea typeface="Arial Black"/>
                <a:cs typeface="Arial Black"/>
              </a:defRPr>
            </a:pPr>
            <a:r>
              <a:rPr sz="6750" b="1" i="0">
                <a:solidFill>
                  <a:srgbClr val="111111"/>
                </a:solidFill>
                <a:latin typeface="Arial Black"/>
                <a:ea typeface="Arial Black"/>
                <a:cs typeface="Arial Black"/>
              </a:rPr>
              <a:t>IDBLOOM</a:t>
            </a:r>
          </a:p>
        </p:txBody>
      </p:sp>
      <p:sp>
        <p:nvSpPr>
          <p:cNvPr id="33" name="">
            <a:extLst xmlns:a="http://schemas.openxmlformats.org/drawingml/2006/main">
              <a:ext uri="{FF2B5EF4-FFF2-40B4-BE49-F238E27FC236}">
                <a16:creationId xmlns:a16="http://schemas.microsoft.com/office/drawing/2014/main" id="{D1D377BB-7444-41A0-8A32-7010A182FEA6}"/>
              </a:ext>
            </a:extLst>
          </p:cNvPr>
          <p:cNvSpPr>
            <a:spLocks xmlns:a="http://schemas.openxmlformats.org/drawingml/2006/main" noGrp="1"/>
          </p:cNvSpPr>
          <p:nvPr/>
        </p:nvSpPr>
        <p:spPr>
          <a:xfrm xmlns:a="http://schemas.openxmlformats.org/drawingml/2006/main">
            <a:off x="3190875" y="4095750"/>
            <a:ext cx="1190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2925" b="1" i="0">
                <a:solidFill>
                  <a:srgbClr val="111111"/>
                </a:solidFill>
                <a:latin typeface="Arial"/>
                <a:ea typeface="Arial"/>
                <a:cs typeface="Arial"/>
              </a:defRPr>
            </a:pPr>
            <a:r>
              <a:rPr sz="2925" b="1" i="0">
                <a:solidFill>
                  <a:srgbClr val="111111"/>
                </a:solidFill>
                <a:latin typeface="Arial"/>
                <a:ea typeface="Arial"/>
                <a:cs typeface="Arial"/>
              </a:rPr>
              <a:t>Turning invisible home expertise into visible economic value</a:t>
            </a:r>
          </a:p>
        </p:txBody>
      </p:sp>
      <p:sp>
        <p:nvSpPr>
          <p:cNvPr id="34" name="">
            <a:extLst xmlns:a="http://schemas.openxmlformats.org/drawingml/2006/main">
              <a:ext uri="{FF2B5EF4-FFF2-40B4-BE49-F238E27FC236}">
                <a16:creationId xmlns:a16="http://schemas.microsoft.com/office/drawing/2014/main" id="{70147334-4A02-4A03-A221-83565BF13B41}"/>
              </a:ext>
            </a:extLst>
          </p:cNvPr>
          <p:cNvSpPr>
            <a:spLocks xmlns:a="http://schemas.openxmlformats.org/drawingml/2006/main" noGrp="1"/>
          </p:cNvSpPr>
          <p:nvPr/>
        </p:nvSpPr>
        <p:spPr>
          <a:xfrm xmlns:a="http://schemas.openxmlformats.org/drawingml/2006/main">
            <a:off x="2800350" y="5486400"/>
            <a:ext cx="12687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3600" b="1" i="1">
                <a:solidFill>
                  <a:srgbClr val="111111"/>
                </a:solidFill>
                <a:latin typeface="Arial"/>
                <a:ea typeface="Arial"/>
                <a:cs typeface="Arial"/>
              </a:defRPr>
            </a:pPr>
            <a:r>
              <a:rPr sz="3600" b="1" i="1">
                <a:solidFill>
                  <a:srgbClr val="111111"/>
                </a:solidFill>
                <a:latin typeface="Arial"/>
                <a:ea typeface="Arial"/>
                <a:cs typeface="Arial"/>
              </a:rPr>
              <a:t>From unpaid homemaker to Household Operations Specialist</a:t>
            </a:r>
          </a:p>
        </p:txBody>
      </p:sp>
      <p:sp>
        <p:nvSpPr>
          <p:cNvPr id="35" name="">
            <a:extLst xmlns:a="http://schemas.openxmlformats.org/drawingml/2006/main">
              <a:ext uri="{FF2B5EF4-FFF2-40B4-BE49-F238E27FC236}">
                <a16:creationId xmlns:a16="http://schemas.microsoft.com/office/drawing/2014/main" id="{1ADAAB27-7C3C-450E-BFB7-F25121FDCC0B}"/>
              </a:ext>
            </a:extLst>
          </p:cNvPr>
          <p:cNvSpPr>
            <a:spLocks xmlns:a="http://schemas.openxmlformats.org/drawingml/2006/main" noGrp="1"/>
          </p:cNvSpPr>
          <p:nvPr/>
        </p:nvSpPr>
        <p:spPr>
          <a:xfrm xmlns:a="http://schemas.openxmlformats.org/drawingml/2006/main">
            <a:off x="7239000" y="6705600"/>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2250" b="1" i="0">
                <a:solidFill>
                  <a:srgbClr val="66706D"/>
                </a:solidFill>
                <a:latin typeface="Arial"/>
                <a:ea typeface="Arial"/>
                <a:cs typeface="Arial"/>
              </a:defRPr>
            </a:pPr>
            <a:r>
              <a:rPr sz="2250" b="1" i="0">
                <a:solidFill>
                  <a:srgbClr val="66706D"/>
                </a:solidFill>
                <a:latin typeface="Arial"/>
                <a:ea typeface="Arial"/>
                <a:cs typeface="Arial"/>
              </a:rPr>
              <a:t>Musea + Agency</a:t>
            </a:r>
          </a:p>
        </p:txBody>
      </p:sp>
      <p:sp>
        <p:nvSpPr>
          <p:cNvPr id="36" name="">
            <a:extLst xmlns:a="http://schemas.openxmlformats.org/drawingml/2006/main">
              <a:ext uri="{FF2B5EF4-FFF2-40B4-BE49-F238E27FC236}">
                <a16:creationId xmlns:a16="http://schemas.microsoft.com/office/drawing/2014/main" id="{9FBFEF47-3B66-486A-AB7A-97763D2C448A}"/>
              </a:ext>
            </a:extLst>
          </p:cNvPr>
          <p:cNvSpPr>
            <a:spLocks xmlns:a="http://schemas.openxmlformats.org/drawingml/2006/main" noGrp="1"/>
          </p:cNvSpPr>
          <p:nvPr/>
        </p:nvSpPr>
        <p:spPr>
          <a:xfrm xmlns:a="http://schemas.openxmlformats.org/drawingml/2006/main">
            <a:off x="13525500" y="96583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r">
              <a:lnSpc>
                <a:spcPct val="108000"/>
              </a:lnSpc>
              <a:buNone/>
              <a:defRPr sz="1575" b="0" i="0">
                <a:solidFill>
                  <a:srgbClr val="777777"/>
                </a:solidFill>
                <a:latin typeface="Arial"/>
                <a:ea typeface="Arial"/>
                <a:cs typeface="Arial"/>
              </a:defRPr>
            </a:pPr>
            <a:r>
              <a:rPr sz="1575" b="0" i="0">
                <a:solidFill>
                  <a:srgbClr val="777777"/>
                </a:solidFill>
                <a:latin typeface="Arial"/>
                <a:ea typeface="Arial"/>
                <a:cs typeface="Arial"/>
              </a:rPr>
              <a:t>Time: 0:00-0:35 | Slide 1/8</a:t>
            </a:r>
          </a:p>
        </p:txBody>
      </p:sp>
      <p:sp>
        <p:nvSpPr>
          <p:cNvPr id="37" name="">
            <a:extLst xmlns:a="http://schemas.openxmlformats.org/drawingml/2006/main">
              <a:ext uri="{FF2B5EF4-FFF2-40B4-BE49-F238E27FC236}">
                <a16:creationId xmlns:a16="http://schemas.microsoft.com/office/drawing/2014/main" id="{CCD755EF-BDC7-4634-A042-32EA15FE0E01}"/>
              </a:ext>
            </a:extLst>
          </p:cNvPr>
          <p:cNvSpPr>
            <a:spLocks xmlns:a="http://schemas.openxmlformats.org/drawingml/2006/main" noGrp="1"/>
          </p:cNvSpPr>
          <p:nvPr/>
        </p:nvSpPr>
        <p:spPr>
          <a:xfrm xmlns:a="http://schemas.openxmlformats.org/drawingml/2006/main">
            <a:off x="1333500" y="96583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8000"/>
              </a:lnSpc>
              <a:buNone/>
              <a:defRPr sz="1575" b="0" i="0">
                <a:solidFill>
                  <a:srgbClr val="777777"/>
                </a:solidFill>
                <a:latin typeface="Arial"/>
                <a:ea typeface="Arial"/>
                <a:cs typeface="Arial"/>
              </a:defRPr>
            </a:pPr>
            <a:r>
              <a:rPr sz="1575" b="0" i="0">
                <a:solidFill>
                  <a:srgbClr val="777777"/>
                </a:solidFill>
                <a:latin typeface="Arial"/>
                <a:ea typeface="Arial"/>
                <a:cs typeface="Arial"/>
              </a:rPr>
              <a:t>IDBLOOM | BPA Topic 3 Labor Identity</a:t>
            </a:r>
          </a:p>
        </p:txBody>
      </p:sp>
    </p:spTree>
    <p:extLst>
      <p:ext uri="{BB962C8B-B14F-4D97-AF65-F5344CB8AC3E}">
        <p14:creationId xmlns:p14="http://schemas.microsoft.com/office/powerpoint/2010/main" val="124623506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31115F8-8B26-47BF-99D1-425A34030741}"/>
              </a:ext>
            </a:extLst>
          </p:cNvPr>
          <p:cNvSpPr>
            <a:spLocks xmlns:a="http://schemas.openxmlformats.org/drawingml/2006/main" noGrp="1"/>
          </p:cNvSpPr>
          <p:nvPr/>
        </p:nvSpPr>
        <p:spPr>
          <a:xfrm xmlns:a="http://schemas.openxmlformats.org/drawingml/2006/main" rot="0" flipH="0" flipV="0">
            <a:off x="-1164241"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B7E7AB33-4731-4CE0-A6E7-A34D8E5C7EA2}"/>
              </a:ext>
            </a:extLst>
          </p:cNvPr>
          <p:cNvSpPr>
            <a:spLocks xmlns:a="http://schemas.openxmlformats.org/drawingml/2006/main" noGrp="1"/>
          </p:cNvSpPr>
          <p:nvPr/>
        </p:nvSpPr>
        <p:spPr>
          <a:xfrm xmlns:a="http://schemas.openxmlformats.org/drawingml/2006/main" rot="0" flipH="0" flipV="0">
            <a:off x="1966412"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AC4DF153-301F-4A53-B2BF-FC21266344FA}"/>
              </a:ext>
            </a:extLst>
          </p:cNvPr>
          <p:cNvSpPr>
            <a:spLocks xmlns:a="http://schemas.openxmlformats.org/drawingml/2006/main" noGrp="1"/>
          </p:cNvSpPr>
          <p:nvPr/>
        </p:nvSpPr>
        <p:spPr>
          <a:xfrm xmlns:a="http://schemas.openxmlformats.org/drawingml/2006/main" rot="0" flipH="0" flipV="0">
            <a:off x="5096686"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DE569E36-6AC8-4EB8-ADA5-A299D11B7D86}"/>
              </a:ext>
            </a:extLst>
          </p:cNvPr>
          <p:cNvSpPr>
            <a:spLocks xmlns:a="http://schemas.openxmlformats.org/drawingml/2006/main" noGrp="1"/>
          </p:cNvSpPr>
          <p:nvPr/>
        </p:nvSpPr>
        <p:spPr>
          <a:xfrm xmlns:a="http://schemas.openxmlformats.org/drawingml/2006/main" rot="0" flipH="0" flipV="0">
            <a:off x="8227339"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01861B63-A9A1-4DBE-B9DF-3395FC1EE8DC}"/>
              </a:ext>
            </a:extLst>
          </p:cNvPr>
          <p:cNvSpPr>
            <a:spLocks xmlns:a="http://schemas.openxmlformats.org/drawingml/2006/main" noGrp="1"/>
          </p:cNvSpPr>
          <p:nvPr/>
        </p:nvSpPr>
        <p:spPr>
          <a:xfrm xmlns:a="http://schemas.openxmlformats.org/drawingml/2006/main" rot="0" flipH="0" flipV="0">
            <a:off x="11357613"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8" name="Freeform 8">
            <a:extLst xmlns:a="http://schemas.openxmlformats.org/drawingml/2006/main">
              <a:ext uri="{FF2B5EF4-FFF2-40B4-BE49-F238E27FC236}">
                <a16:creationId xmlns:a16="http://schemas.microsoft.com/office/drawing/2014/main" id="{8B97A2EB-2701-4318-BF69-84CF6D6D7749}"/>
              </a:ext>
            </a:extLst>
          </p:cNvPr>
          <p:cNvSpPr>
            <a:spLocks xmlns:a="http://schemas.openxmlformats.org/drawingml/2006/main" noGrp="1"/>
          </p:cNvSpPr>
          <p:nvPr/>
        </p:nvSpPr>
        <p:spPr>
          <a:xfrm xmlns:a="http://schemas.openxmlformats.org/drawingml/2006/main" rot="0" flipH="0" flipV="0">
            <a:off x="14488267"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F59B3742-BE1C-4E99-9CFF-4E663CAFEA36}"/>
              </a:ext>
            </a:extLst>
          </p:cNvPr>
          <p:cNvSpPr>
            <a:spLocks xmlns:a="http://schemas.openxmlformats.org/drawingml/2006/main" noGrp="1"/>
          </p:cNvSpPr>
          <p:nvPr/>
        </p:nvSpPr>
        <p:spPr>
          <a:xfrm xmlns:a="http://schemas.openxmlformats.org/drawingml/2006/main" rot="0" flipH="0" flipV="0">
            <a:off x="17618540"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10" name="Freeform 10">
            <a:extLst xmlns:a="http://schemas.openxmlformats.org/drawingml/2006/main">
              <a:ext uri="{FF2B5EF4-FFF2-40B4-BE49-F238E27FC236}">
                <a16:creationId xmlns:a16="http://schemas.microsoft.com/office/drawing/2014/main" id="{1487A2BD-63F5-43D0-85F4-244B83D14FEA}"/>
              </a:ext>
            </a:extLst>
          </p:cNvPr>
          <p:cNvSpPr>
            <a:spLocks xmlns:a="http://schemas.openxmlformats.org/drawingml/2006/main" noGrp="1"/>
          </p:cNvSpPr>
          <p:nvPr/>
        </p:nvSpPr>
        <p:spPr>
          <a:xfrm xmlns:a="http://schemas.openxmlformats.org/drawingml/2006/main" rot="0" flipH="0" flipV="0">
            <a:off x="-1164051" y="2716009"/>
            <a:ext cx="2937839" cy="2937840"/>
          </a:xfrm>
          <a:custGeom xmlns:a="http://schemas.openxmlformats.org/drawingml/2006/main">
            <a:rect l="l" t="t" r="r" b="b"/>
            <a:pathLst>
              <a:path w="3917120" h="3917120">
                <a:moveTo>
                  <a:pt x="0" y="0"/>
                </a:moveTo>
                <a:lnTo>
                  <a:pt x="3917119" y="0"/>
                </a:lnTo>
                <a:lnTo>
                  <a:pt x="3917119" y="3917120"/>
                </a:lnTo>
                <a:lnTo>
                  <a:pt x="0" y="3917120"/>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11" name="Freeform 11">
            <a:extLst xmlns:a="http://schemas.openxmlformats.org/drawingml/2006/main">
              <a:ext uri="{FF2B5EF4-FFF2-40B4-BE49-F238E27FC236}">
                <a16:creationId xmlns:a16="http://schemas.microsoft.com/office/drawing/2014/main" id="{1326B738-59C8-43E2-B455-80A17FAFA0EA}"/>
              </a:ext>
            </a:extLst>
          </p:cNvPr>
          <p:cNvSpPr>
            <a:spLocks xmlns:a="http://schemas.openxmlformats.org/drawingml/2006/main" noGrp="1"/>
          </p:cNvSpPr>
          <p:nvPr/>
        </p:nvSpPr>
        <p:spPr>
          <a:xfrm xmlns:a="http://schemas.openxmlformats.org/drawingml/2006/main" rot="0" flipH="0" flipV="0">
            <a:off x="1966603" y="271600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12" name="Freeform 12">
            <a:extLst xmlns:a="http://schemas.openxmlformats.org/drawingml/2006/main">
              <a:ext uri="{FF2B5EF4-FFF2-40B4-BE49-F238E27FC236}">
                <a16:creationId xmlns:a16="http://schemas.microsoft.com/office/drawing/2014/main" id="{1F2DDA1F-0BB7-4320-8BF3-32B8C3086B92}"/>
              </a:ext>
            </a:extLst>
          </p:cNvPr>
          <p:cNvSpPr>
            <a:spLocks xmlns:a="http://schemas.openxmlformats.org/drawingml/2006/main" noGrp="1"/>
          </p:cNvSpPr>
          <p:nvPr/>
        </p:nvSpPr>
        <p:spPr>
          <a:xfrm xmlns:a="http://schemas.openxmlformats.org/drawingml/2006/main" rot="0" flipH="0" flipV="0">
            <a:off x="5096876" y="271600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13" name="Freeform 13">
            <a:extLst xmlns:a="http://schemas.openxmlformats.org/drawingml/2006/main">
              <a:ext uri="{FF2B5EF4-FFF2-40B4-BE49-F238E27FC236}">
                <a16:creationId xmlns:a16="http://schemas.microsoft.com/office/drawing/2014/main" id="{A24405CF-E5C5-43D7-8E88-29F417E5FFDA}"/>
              </a:ext>
            </a:extLst>
          </p:cNvPr>
          <p:cNvSpPr>
            <a:spLocks xmlns:a="http://schemas.openxmlformats.org/drawingml/2006/main" noGrp="1"/>
          </p:cNvSpPr>
          <p:nvPr/>
        </p:nvSpPr>
        <p:spPr>
          <a:xfrm xmlns:a="http://schemas.openxmlformats.org/drawingml/2006/main" rot="0" flipH="0" flipV="0">
            <a:off x="8227530" y="271600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14" name="Freeform 14">
            <a:extLst xmlns:a="http://schemas.openxmlformats.org/drawingml/2006/main">
              <a:ext uri="{FF2B5EF4-FFF2-40B4-BE49-F238E27FC236}">
                <a16:creationId xmlns:a16="http://schemas.microsoft.com/office/drawing/2014/main" id="{B329A44C-EE5D-443F-ABF7-26CC781AA4EB}"/>
              </a:ext>
            </a:extLst>
          </p:cNvPr>
          <p:cNvSpPr>
            <a:spLocks xmlns:a="http://schemas.openxmlformats.org/drawingml/2006/main" noGrp="1"/>
          </p:cNvSpPr>
          <p:nvPr/>
        </p:nvSpPr>
        <p:spPr>
          <a:xfrm xmlns:a="http://schemas.openxmlformats.org/drawingml/2006/main" rot="0" flipH="0" flipV="0">
            <a:off x="11357803" y="271600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15" name="Freeform 15">
            <a:extLst xmlns:a="http://schemas.openxmlformats.org/drawingml/2006/main">
              <a:ext uri="{FF2B5EF4-FFF2-40B4-BE49-F238E27FC236}">
                <a16:creationId xmlns:a16="http://schemas.microsoft.com/office/drawing/2014/main" id="{6362299E-9894-4EA5-A1C6-B4CDB5AD34C5}"/>
              </a:ext>
            </a:extLst>
          </p:cNvPr>
          <p:cNvSpPr>
            <a:spLocks xmlns:a="http://schemas.openxmlformats.org/drawingml/2006/main" noGrp="1"/>
          </p:cNvSpPr>
          <p:nvPr/>
        </p:nvSpPr>
        <p:spPr>
          <a:xfrm xmlns:a="http://schemas.openxmlformats.org/drawingml/2006/main" rot="0" flipH="0" flipV="0">
            <a:off x="14488457" y="271600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16" name="Freeform 16">
            <a:extLst xmlns:a="http://schemas.openxmlformats.org/drawingml/2006/main">
              <a:ext uri="{FF2B5EF4-FFF2-40B4-BE49-F238E27FC236}">
                <a16:creationId xmlns:a16="http://schemas.microsoft.com/office/drawing/2014/main" id="{9DE781D2-AFBC-4A76-A3E2-F417CD182516}"/>
              </a:ext>
            </a:extLst>
          </p:cNvPr>
          <p:cNvSpPr>
            <a:spLocks xmlns:a="http://schemas.openxmlformats.org/drawingml/2006/main" noGrp="1"/>
          </p:cNvSpPr>
          <p:nvPr/>
        </p:nvSpPr>
        <p:spPr>
          <a:xfrm xmlns:a="http://schemas.openxmlformats.org/drawingml/2006/main" rot="0" flipH="0" flipV="0">
            <a:off x="17618731" y="271600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17" name="Freeform 17">
            <a:extLst xmlns:a="http://schemas.openxmlformats.org/drawingml/2006/main">
              <a:ext uri="{FF2B5EF4-FFF2-40B4-BE49-F238E27FC236}">
                <a16:creationId xmlns:a16="http://schemas.microsoft.com/office/drawing/2014/main" id="{7AFC9AA8-47F5-402F-8F20-CC5691F90055}"/>
              </a:ext>
            </a:extLst>
          </p:cNvPr>
          <p:cNvSpPr>
            <a:spLocks xmlns:a="http://schemas.openxmlformats.org/drawingml/2006/main" noGrp="1"/>
          </p:cNvSpPr>
          <p:nvPr/>
        </p:nvSpPr>
        <p:spPr>
          <a:xfrm xmlns:a="http://schemas.openxmlformats.org/drawingml/2006/main" rot="0" flipH="0" flipV="0">
            <a:off x="-1163957" y="5824902"/>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18" name="Freeform 18">
            <a:extLst xmlns:a="http://schemas.openxmlformats.org/drawingml/2006/main">
              <a:ext uri="{FF2B5EF4-FFF2-40B4-BE49-F238E27FC236}">
                <a16:creationId xmlns:a16="http://schemas.microsoft.com/office/drawing/2014/main" id="{FC5A488F-1D72-4FD6-878A-6295A4BB6AB4}"/>
              </a:ext>
            </a:extLst>
          </p:cNvPr>
          <p:cNvSpPr>
            <a:spLocks xmlns:a="http://schemas.openxmlformats.org/drawingml/2006/main" noGrp="1"/>
          </p:cNvSpPr>
          <p:nvPr/>
        </p:nvSpPr>
        <p:spPr>
          <a:xfrm xmlns:a="http://schemas.openxmlformats.org/drawingml/2006/main" rot="0" flipH="0" flipV="0">
            <a:off x="1966698" y="5824902"/>
            <a:ext cx="2937839" cy="2937840"/>
          </a:xfrm>
          <a:custGeom xmlns:a="http://schemas.openxmlformats.org/drawingml/2006/main">
            <a:rect l="l" t="t" r="r" b="b"/>
            <a:pathLst>
              <a:path w="3917120" h="3917120">
                <a:moveTo>
                  <a:pt x="0" y="0"/>
                </a:moveTo>
                <a:lnTo>
                  <a:pt x="3917119" y="0"/>
                </a:lnTo>
                <a:lnTo>
                  <a:pt x="3917119" y="3917119"/>
                </a:lnTo>
                <a:lnTo>
                  <a:pt x="0" y="3917119"/>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19" name="Freeform 19">
            <a:extLst xmlns:a="http://schemas.openxmlformats.org/drawingml/2006/main">
              <a:ext uri="{FF2B5EF4-FFF2-40B4-BE49-F238E27FC236}">
                <a16:creationId xmlns:a16="http://schemas.microsoft.com/office/drawing/2014/main" id="{B1D909BD-9623-4FFF-8D96-1BD926F0C5C2}"/>
              </a:ext>
            </a:extLst>
          </p:cNvPr>
          <p:cNvSpPr>
            <a:spLocks xmlns:a="http://schemas.openxmlformats.org/drawingml/2006/main" noGrp="1"/>
          </p:cNvSpPr>
          <p:nvPr/>
        </p:nvSpPr>
        <p:spPr>
          <a:xfrm xmlns:a="http://schemas.openxmlformats.org/drawingml/2006/main" rot="0" flipH="0" flipV="0">
            <a:off x="5096971" y="5824902"/>
            <a:ext cx="2937839" cy="2937840"/>
          </a:xfrm>
          <a:custGeom xmlns:a="http://schemas.openxmlformats.org/drawingml/2006/main">
            <a:rect l="l" t="t" r="r" b="b"/>
            <a:pathLst>
              <a:path w="3917120" h="3917120">
                <a:moveTo>
                  <a:pt x="0" y="0"/>
                </a:moveTo>
                <a:lnTo>
                  <a:pt x="3917119" y="0"/>
                </a:lnTo>
                <a:lnTo>
                  <a:pt x="3917119" y="3917119"/>
                </a:lnTo>
                <a:lnTo>
                  <a:pt x="0" y="3917119"/>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20" name="Freeform 20">
            <a:extLst xmlns:a="http://schemas.openxmlformats.org/drawingml/2006/main">
              <a:ext uri="{FF2B5EF4-FFF2-40B4-BE49-F238E27FC236}">
                <a16:creationId xmlns:a16="http://schemas.microsoft.com/office/drawing/2014/main" id="{C951D329-B348-43B7-BBB4-6F3F2F925A57}"/>
              </a:ext>
            </a:extLst>
          </p:cNvPr>
          <p:cNvSpPr>
            <a:spLocks xmlns:a="http://schemas.openxmlformats.org/drawingml/2006/main" noGrp="1"/>
          </p:cNvSpPr>
          <p:nvPr/>
        </p:nvSpPr>
        <p:spPr>
          <a:xfrm xmlns:a="http://schemas.openxmlformats.org/drawingml/2006/main" rot="0" flipH="0" flipV="0">
            <a:off x="8227625" y="5824902"/>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21" name="Freeform 21">
            <a:extLst xmlns:a="http://schemas.openxmlformats.org/drawingml/2006/main">
              <a:ext uri="{FF2B5EF4-FFF2-40B4-BE49-F238E27FC236}">
                <a16:creationId xmlns:a16="http://schemas.microsoft.com/office/drawing/2014/main" id="{1EDDD94E-64C9-4185-A093-B8E692DF54A7}"/>
              </a:ext>
            </a:extLst>
          </p:cNvPr>
          <p:cNvSpPr>
            <a:spLocks xmlns:a="http://schemas.openxmlformats.org/drawingml/2006/main" noGrp="1"/>
          </p:cNvSpPr>
          <p:nvPr/>
        </p:nvSpPr>
        <p:spPr>
          <a:xfrm xmlns:a="http://schemas.openxmlformats.org/drawingml/2006/main" rot="0" flipH="0" flipV="0">
            <a:off x="11357899" y="5824902"/>
            <a:ext cx="2937839" cy="2937840"/>
          </a:xfrm>
          <a:custGeom xmlns:a="http://schemas.openxmlformats.org/drawingml/2006/main">
            <a:rect l="l" t="t" r="r" b="b"/>
            <a:pathLst>
              <a:path w="3917120" h="3917120">
                <a:moveTo>
                  <a:pt x="0" y="0"/>
                </a:moveTo>
                <a:lnTo>
                  <a:pt x="3917119" y="0"/>
                </a:lnTo>
                <a:lnTo>
                  <a:pt x="3917119" y="3917119"/>
                </a:lnTo>
                <a:lnTo>
                  <a:pt x="0" y="3917119"/>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22" name="Freeform 22">
            <a:extLst xmlns:a="http://schemas.openxmlformats.org/drawingml/2006/main">
              <a:ext uri="{FF2B5EF4-FFF2-40B4-BE49-F238E27FC236}">
                <a16:creationId xmlns:a16="http://schemas.microsoft.com/office/drawing/2014/main" id="{A3B53FA5-B0D3-464B-9B4F-876F7FECFC78}"/>
              </a:ext>
            </a:extLst>
          </p:cNvPr>
          <p:cNvSpPr>
            <a:spLocks xmlns:a="http://schemas.openxmlformats.org/drawingml/2006/main" noGrp="1"/>
          </p:cNvSpPr>
          <p:nvPr/>
        </p:nvSpPr>
        <p:spPr>
          <a:xfrm xmlns:a="http://schemas.openxmlformats.org/drawingml/2006/main" rot="0" flipH="0" flipV="0">
            <a:off x="14488552" y="5824902"/>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23" name="Freeform 23">
            <a:extLst xmlns:a="http://schemas.openxmlformats.org/drawingml/2006/main">
              <a:ext uri="{FF2B5EF4-FFF2-40B4-BE49-F238E27FC236}">
                <a16:creationId xmlns:a16="http://schemas.microsoft.com/office/drawing/2014/main" id="{C297B082-A15B-4779-BAD9-0F288213C7AD}"/>
              </a:ext>
            </a:extLst>
          </p:cNvPr>
          <p:cNvSpPr>
            <a:spLocks xmlns:a="http://schemas.openxmlformats.org/drawingml/2006/main" noGrp="1"/>
          </p:cNvSpPr>
          <p:nvPr/>
        </p:nvSpPr>
        <p:spPr>
          <a:xfrm xmlns:a="http://schemas.openxmlformats.org/drawingml/2006/main" rot="0" flipH="0" flipV="0">
            <a:off x="17618826" y="5824902"/>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24" name="Freeform 24">
            <a:extLst xmlns:a="http://schemas.openxmlformats.org/drawingml/2006/main">
              <a:ext uri="{FF2B5EF4-FFF2-40B4-BE49-F238E27FC236}">
                <a16:creationId xmlns:a16="http://schemas.microsoft.com/office/drawing/2014/main" id="{96C60EB8-FC3A-4EC1-A956-F3E8C3C5E577}"/>
              </a:ext>
            </a:extLst>
          </p:cNvPr>
          <p:cNvSpPr>
            <a:spLocks xmlns:a="http://schemas.openxmlformats.org/drawingml/2006/main" noGrp="1"/>
          </p:cNvSpPr>
          <p:nvPr/>
        </p:nvSpPr>
        <p:spPr>
          <a:xfrm xmlns:a="http://schemas.openxmlformats.org/drawingml/2006/main" rot="0" flipH="0" flipV="0">
            <a:off x="-1163766"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25" name="Freeform 25">
            <a:extLst xmlns:a="http://schemas.openxmlformats.org/drawingml/2006/main">
              <a:ext uri="{FF2B5EF4-FFF2-40B4-BE49-F238E27FC236}">
                <a16:creationId xmlns:a16="http://schemas.microsoft.com/office/drawing/2014/main" id="{2FB94E09-2AD0-4E14-8950-1D3C025375B7}"/>
              </a:ext>
            </a:extLst>
          </p:cNvPr>
          <p:cNvSpPr>
            <a:spLocks xmlns:a="http://schemas.openxmlformats.org/drawingml/2006/main" noGrp="1"/>
          </p:cNvSpPr>
          <p:nvPr/>
        </p:nvSpPr>
        <p:spPr>
          <a:xfrm xmlns:a="http://schemas.openxmlformats.org/drawingml/2006/main" rot="0" flipH="0" flipV="0">
            <a:off x="1966888"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26" name="Freeform 26">
            <a:extLst xmlns:a="http://schemas.openxmlformats.org/drawingml/2006/main">
              <a:ext uri="{FF2B5EF4-FFF2-40B4-BE49-F238E27FC236}">
                <a16:creationId xmlns:a16="http://schemas.microsoft.com/office/drawing/2014/main" id="{13809B5E-54E7-4BAC-917A-84989ADCDD49}"/>
              </a:ext>
            </a:extLst>
          </p:cNvPr>
          <p:cNvSpPr>
            <a:spLocks xmlns:a="http://schemas.openxmlformats.org/drawingml/2006/main" noGrp="1"/>
          </p:cNvSpPr>
          <p:nvPr/>
        </p:nvSpPr>
        <p:spPr>
          <a:xfrm xmlns:a="http://schemas.openxmlformats.org/drawingml/2006/main" rot="0" flipH="0" flipV="0">
            <a:off x="5097161"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27" name="Freeform 27">
            <a:extLst xmlns:a="http://schemas.openxmlformats.org/drawingml/2006/main">
              <a:ext uri="{FF2B5EF4-FFF2-40B4-BE49-F238E27FC236}">
                <a16:creationId xmlns:a16="http://schemas.microsoft.com/office/drawing/2014/main" id="{9C7F832B-7DE6-4ADA-A9E2-F36AFED7CF38}"/>
              </a:ext>
            </a:extLst>
          </p:cNvPr>
          <p:cNvSpPr>
            <a:spLocks xmlns:a="http://schemas.openxmlformats.org/drawingml/2006/main" noGrp="1"/>
          </p:cNvSpPr>
          <p:nvPr/>
        </p:nvSpPr>
        <p:spPr>
          <a:xfrm xmlns:a="http://schemas.openxmlformats.org/drawingml/2006/main" rot="0" flipH="0" flipV="0">
            <a:off x="8227815"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28" name="Freeform 28">
            <a:extLst xmlns:a="http://schemas.openxmlformats.org/drawingml/2006/main">
              <a:ext uri="{FF2B5EF4-FFF2-40B4-BE49-F238E27FC236}">
                <a16:creationId xmlns:a16="http://schemas.microsoft.com/office/drawing/2014/main" id="{A72B65CD-D80B-427D-A5E9-D680CA7E5F65}"/>
              </a:ext>
            </a:extLst>
          </p:cNvPr>
          <p:cNvSpPr>
            <a:spLocks xmlns:a="http://schemas.openxmlformats.org/drawingml/2006/main" noGrp="1"/>
          </p:cNvSpPr>
          <p:nvPr/>
        </p:nvSpPr>
        <p:spPr>
          <a:xfrm xmlns:a="http://schemas.openxmlformats.org/drawingml/2006/main" rot="0" flipH="0" flipV="0">
            <a:off x="11358088"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29" name="Freeform 29">
            <a:extLst xmlns:a="http://schemas.openxmlformats.org/drawingml/2006/main">
              <a:ext uri="{FF2B5EF4-FFF2-40B4-BE49-F238E27FC236}">
                <a16:creationId xmlns:a16="http://schemas.microsoft.com/office/drawing/2014/main" id="{AD159CEF-C396-48CA-B45C-7D3B3A76BF34}"/>
              </a:ext>
            </a:extLst>
          </p:cNvPr>
          <p:cNvSpPr>
            <a:spLocks xmlns:a="http://schemas.openxmlformats.org/drawingml/2006/main" noGrp="1"/>
          </p:cNvSpPr>
          <p:nvPr/>
        </p:nvSpPr>
        <p:spPr>
          <a:xfrm xmlns:a="http://schemas.openxmlformats.org/drawingml/2006/main" rot="0" flipH="0" flipV="0">
            <a:off x="14488742"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30" name="Freeform 30">
            <a:extLst xmlns:a="http://schemas.openxmlformats.org/drawingml/2006/main">
              <a:ext uri="{FF2B5EF4-FFF2-40B4-BE49-F238E27FC236}">
                <a16:creationId xmlns:a16="http://schemas.microsoft.com/office/drawing/2014/main" id="{36AAE15B-E089-4D3D-85ED-B6BCBD95A161}"/>
              </a:ext>
            </a:extLst>
          </p:cNvPr>
          <p:cNvSpPr>
            <a:spLocks xmlns:a="http://schemas.openxmlformats.org/drawingml/2006/main" noGrp="1"/>
          </p:cNvSpPr>
          <p:nvPr/>
        </p:nvSpPr>
        <p:spPr>
          <a:xfrm xmlns:a="http://schemas.openxmlformats.org/drawingml/2006/main" rot="0" flipH="0" flipV="0">
            <a:off x="17619016"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c4e61997e66411c">
              <a:extLst>
                <a:ext uri="{96DAC541-7B7A-43D3-8B79-37D633B846F1}">
                  <asvg:svgBlip xmlns:asvg="http://schemas.microsoft.com/office/drawing/2016/SVG/main" r:embed="R4e12535e01bc480a"/>
                </a:ext>
              </a:extLst>
            </a:blip>
            <a:stretch>
              <a:fillRect l="0" t="0" r="0" b="0"/>
            </a:stretch>
          </a:blipFill>
        </p:spPr>
      </p:sp>
      <p:sp>
        <p:nvSpPr>
          <p:cNvPr id="31" name="">
            <a:extLst xmlns:a="http://schemas.openxmlformats.org/drawingml/2006/main">
              <a:ext uri="{FF2B5EF4-FFF2-40B4-BE49-F238E27FC236}">
                <a16:creationId xmlns:a16="http://schemas.microsoft.com/office/drawing/2014/main" id="{2145F06F-2B9B-41D9-9557-BE0E7A2518F8}"/>
              </a:ext>
            </a:extLst>
          </p:cNvPr>
          <p:cNvSpPr>
            <a:spLocks xmlns:a="http://schemas.openxmlformats.org/drawingml/2006/main" noGrp="1"/>
          </p:cNvSpPr>
          <p:nvPr/>
        </p:nvSpPr>
        <p:spPr>
          <a:xfrm xmlns:a="http://schemas.openxmlformats.org/drawingml/2006/main" rot="-108000">
            <a:off x="6191250" y="647700"/>
            <a:ext cx="5905500" cy="781050"/>
          </a:xfrm>
          <a:prstGeom xmlns:a="http://schemas.openxmlformats.org/drawingml/2006/main" prst="roundRect">
            <a:avLst>
              <a:gd name="adj" fmla="val 14634"/>
            </a:avLst>
          </a:prstGeom>
          <a:solidFill xmlns:a="http://schemas.openxmlformats.org/drawingml/2006/main">
            <a:srgbClr val="FFE21A"/>
          </a:solidFill>
          <a:ln xmlns:a="http://schemas.openxmlformats.org/drawingml/2006/main" w="19050">
            <a:solidFill>
              <a:srgbClr val="FFE21A"/>
            </a:solidFill>
            <a:prstDash val="solid"/>
          </a:ln>
        </p:spPr>
      </p:sp>
      <p:sp>
        <p:nvSpPr>
          <p:cNvPr id="32" name="">
            <a:extLst xmlns:a="http://schemas.openxmlformats.org/drawingml/2006/main">
              <a:ext uri="{FF2B5EF4-FFF2-40B4-BE49-F238E27FC236}">
                <a16:creationId xmlns:a16="http://schemas.microsoft.com/office/drawing/2014/main" id="{BE37D210-408B-404D-B01B-B067D887C495}"/>
              </a:ext>
            </a:extLst>
          </p:cNvPr>
          <p:cNvSpPr>
            <a:spLocks xmlns:a="http://schemas.openxmlformats.org/drawingml/2006/main" noGrp="1"/>
          </p:cNvSpPr>
          <p:nvPr/>
        </p:nvSpPr>
        <p:spPr>
          <a:xfrm xmlns:a="http://schemas.openxmlformats.org/drawingml/2006/main">
            <a:off x="5238750" y="781050"/>
            <a:ext cx="7810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2925" b="1" i="1">
                <a:solidFill>
                  <a:srgbClr val="111111"/>
                </a:solidFill>
                <a:latin typeface="Arial Black"/>
                <a:ea typeface="Arial Black"/>
                <a:cs typeface="Arial Black"/>
              </a:defRPr>
            </a:pPr>
            <a:r>
              <a:rPr sz="2925" b="1" i="1">
                <a:solidFill>
                  <a:srgbClr val="111111"/>
                </a:solidFill>
                <a:latin typeface="Arial Black"/>
                <a:ea typeface="Arial Black"/>
                <a:cs typeface="Arial Black"/>
              </a:rPr>
              <a:t>Invisible work has no market language</a:t>
            </a:r>
          </a:p>
        </p:txBody>
      </p:sp>
      <p:sp>
        <p:nvSpPr>
          <p:cNvPr id="33" name="">
            <a:extLst xmlns:a="http://schemas.openxmlformats.org/drawingml/2006/main">
              <a:ext uri="{FF2B5EF4-FFF2-40B4-BE49-F238E27FC236}">
                <a16:creationId xmlns:a16="http://schemas.microsoft.com/office/drawing/2014/main" id="{050AEFFF-2C97-4664-B961-82A40115FCDA}"/>
              </a:ext>
            </a:extLst>
          </p:cNvPr>
          <p:cNvSpPr>
            <a:spLocks xmlns:a="http://schemas.openxmlformats.org/drawingml/2006/main" noGrp="1"/>
          </p:cNvSpPr>
          <p:nvPr/>
        </p:nvSpPr>
        <p:spPr>
          <a:xfrm xmlns:a="http://schemas.openxmlformats.org/drawingml/2006/main">
            <a:off x="2857500" y="2857500"/>
            <a:ext cx="866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8000"/>
              </a:lnSpc>
              <a:buNone/>
              <a:defRPr sz="3075" b="1" i="0">
                <a:solidFill>
                  <a:srgbClr val="111111"/>
                </a:solidFill>
                <a:latin typeface="Arial"/>
                <a:ea typeface="Arial"/>
                <a:cs typeface="Arial"/>
              </a:defRPr>
            </a:pPr>
            <a:r>
              <a:rPr sz="3075" b="1" i="0">
                <a:solidFill>
                  <a:srgbClr val="111111"/>
                </a:solidFill>
                <a:latin typeface="Arial"/>
                <a:ea typeface="Arial"/>
                <a:cs typeface="Arial"/>
              </a:rPr>
              <a:t>A homemaker may work all day, but her resume still says:</a:t>
            </a:r>
          </a:p>
        </p:txBody>
      </p:sp>
      <p:sp>
        <p:nvSpPr>
          <p:cNvPr id="34" name="">
            <a:extLst xmlns:a="http://schemas.openxmlformats.org/drawingml/2006/main">
              <a:ext uri="{FF2B5EF4-FFF2-40B4-BE49-F238E27FC236}">
                <a16:creationId xmlns:a16="http://schemas.microsoft.com/office/drawing/2014/main" id="{416B8F3A-595E-4C71-8E6B-D9F9D89797EE}"/>
              </a:ext>
            </a:extLst>
          </p:cNvPr>
          <p:cNvSpPr>
            <a:spLocks xmlns:a="http://schemas.openxmlformats.org/drawingml/2006/main" noGrp="1"/>
          </p:cNvSpPr>
          <p:nvPr/>
        </p:nvSpPr>
        <p:spPr>
          <a:xfrm xmlns:a="http://schemas.openxmlformats.org/drawingml/2006/main">
            <a:off x="11525250" y="2667000"/>
            <a:ext cx="4000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8000"/>
              </a:lnSpc>
              <a:buNone/>
              <a:defRPr sz="4800" b="1" i="1">
                <a:solidFill>
                  <a:srgbClr val="F40000"/>
                </a:solidFill>
                <a:latin typeface="Arial"/>
                <a:ea typeface="Arial"/>
                <a:cs typeface="Arial"/>
              </a:defRPr>
            </a:pPr>
            <a:r>
              <a:rPr sz="4800" b="1" i="1">
                <a:solidFill>
                  <a:srgbClr val="F40000"/>
                </a:solidFill>
                <a:latin typeface="Arial"/>
                <a:ea typeface="Arial"/>
                <a:cs typeface="Arial"/>
              </a:rPr>
              <a:t>Unemployed</a:t>
            </a:r>
          </a:p>
        </p:txBody>
      </p:sp>
      <p:sp>
        <p:nvSpPr>
          <p:cNvPr id="35" name="">
            <a:extLst xmlns:a="http://schemas.openxmlformats.org/drawingml/2006/main">
              <a:ext uri="{FF2B5EF4-FFF2-40B4-BE49-F238E27FC236}">
                <a16:creationId xmlns:a16="http://schemas.microsoft.com/office/drawing/2014/main" id="{F784DF02-6075-4988-8704-9113E765308E}"/>
              </a:ext>
            </a:extLst>
          </p:cNvPr>
          <p:cNvSpPr>
            <a:spLocks xmlns:a="http://schemas.openxmlformats.org/drawingml/2006/main" noGrp="1"/>
          </p:cNvSpPr>
          <p:nvPr/>
        </p:nvSpPr>
        <p:spPr>
          <a:xfrm xmlns:a="http://schemas.openxmlformats.org/drawingml/2006/main">
            <a:off x="3429000" y="4333875"/>
            <a:ext cx="266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8000"/>
              </a:lnSpc>
              <a:buNone/>
              <a:defRPr sz="2625" b="1" i="0">
                <a:solidFill>
                  <a:srgbClr val="111111"/>
                </a:solidFill>
                <a:latin typeface="Arial"/>
                <a:ea typeface="Arial"/>
                <a:cs typeface="Arial"/>
              </a:defRPr>
            </a:pPr>
            <a:r>
              <a:rPr sz="2625" b="1" i="0">
                <a:solidFill>
                  <a:srgbClr val="111111"/>
                </a:solidFill>
                <a:latin typeface="Arial"/>
                <a:ea typeface="Arial"/>
                <a:cs typeface="Arial"/>
              </a:rPr>
              <a:t>•</a:t>
            </a:r>
          </a:p>
        </p:txBody>
      </p:sp>
      <p:sp>
        <p:nvSpPr>
          <p:cNvPr id="36" name="">
            <a:extLst xmlns:a="http://schemas.openxmlformats.org/drawingml/2006/main">
              <a:ext uri="{FF2B5EF4-FFF2-40B4-BE49-F238E27FC236}">
                <a16:creationId xmlns:a16="http://schemas.microsoft.com/office/drawing/2014/main" id="{574F5A38-94D7-4A5C-8E0C-6D2D5A3BE698}"/>
              </a:ext>
            </a:extLst>
          </p:cNvPr>
          <p:cNvSpPr>
            <a:spLocks xmlns:a="http://schemas.openxmlformats.org/drawingml/2006/main" noGrp="1"/>
          </p:cNvSpPr>
          <p:nvPr/>
        </p:nvSpPr>
        <p:spPr>
          <a:xfrm xmlns:a="http://schemas.openxmlformats.org/drawingml/2006/main">
            <a:off x="3752850" y="4352925"/>
            <a:ext cx="4629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5000"/>
              </a:lnSpc>
              <a:buNone/>
              <a:defRPr sz="2625" b="0" i="0">
                <a:solidFill>
                  <a:srgbClr val="111111"/>
                </a:solidFill>
                <a:latin typeface="Arial"/>
                <a:ea typeface="Arial"/>
                <a:cs typeface="Arial"/>
              </a:defRPr>
            </a:pPr>
            <a:r>
              <a:rPr sz="2625" b="0" i="0">
                <a:solidFill>
                  <a:srgbClr val="111111"/>
                </a:solidFill>
                <a:latin typeface="Arial"/>
                <a:ea typeface="Arial"/>
                <a:cs typeface="Arial"/>
              </a:rPr>
              <a:t>skills are unnamed</a:t>
            </a:r>
          </a:p>
        </p:txBody>
      </p:sp>
      <p:sp>
        <p:nvSpPr>
          <p:cNvPr id="37" name="">
            <a:extLst xmlns:a="http://schemas.openxmlformats.org/drawingml/2006/main">
              <a:ext uri="{FF2B5EF4-FFF2-40B4-BE49-F238E27FC236}">
                <a16:creationId xmlns:a16="http://schemas.microsoft.com/office/drawing/2014/main" id="{008DED21-C27D-46C8-94B3-8356488E5B6D}"/>
              </a:ext>
            </a:extLst>
          </p:cNvPr>
          <p:cNvSpPr>
            <a:spLocks xmlns:a="http://schemas.openxmlformats.org/drawingml/2006/main" noGrp="1"/>
          </p:cNvSpPr>
          <p:nvPr/>
        </p:nvSpPr>
        <p:spPr>
          <a:xfrm xmlns:a="http://schemas.openxmlformats.org/drawingml/2006/main">
            <a:off x="3429000" y="5095875"/>
            <a:ext cx="266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8000"/>
              </a:lnSpc>
              <a:buNone/>
              <a:defRPr sz="2625" b="1" i="0">
                <a:solidFill>
                  <a:srgbClr val="111111"/>
                </a:solidFill>
                <a:latin typeface="Arial"/>
                <a:ea typeface="Arial"/>
                <a:cs typeface="Arial"/>
              </a:defRPr>
            </a:pPr>
            <a:r>
              <a:rPr sz="2625" b="1" i="0">
                <a:solidFill>
                  <a:srgbClr val="111111"/>
                </a:solidFill>
                <a:latin typeface="Arial"/>
                <a:ea typeface="Arial"/>
                <a:cs typeface="Arial"/>
              </a:rPr>
              <a:t>•</a:t>
            </a:r>
          </a:p>
        </p:txBody>
      </p:sp>
      <p:sp>
        <p:nvSpPr>
          <p:cNvPr id="38" name="">
            <a:extLst xmlns:a="http://schemas.openxmlformats.org/drawingml/2006/main">
              <a:ext uri="{FF2B5EF4-FFF2-40B4-BE49-F238E27FC236}">
                <a16:creationId xmlns:a16="http://schemas.microsoft.com/office/drawing/2014/main" id="{1A2B896F-9D2C-4742-8EFC-A0E12E50DC33}"/>
              </a:ext>
            </a:extLst>
          </p:cNvPr>
          <p:cNvSpPr>
            <a:spLocks xmlns:a="http://schemas.openxmlformats.org/drawingml/2006/main" noGrp="1"/>
          </p:cNvSpPr>
          <p:nvPr/>
        </p:nvSpPr>
        <p:spPr>
          <a:xfrm xmlns:a="http://schemas.openxmlformats.org/drawingml/2006/main">
            <a:off x="3752850" y="5114925"/>
            <a:ext cx="5581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5000"/>
              </a:lnSpc>
              <a:buNone/>
              <a:defRPr sz="2625" b="0" i="0">
                <a:solidFill>
                  <a:srgbClr val="111111"/>
                </a:solidFill>
                <a:latin typeface="Arial"/>
                <a:ea typeface="Arial"/>
                <a:cs typeface="Arial"/>
              </a:defRPr>
            </a:pPr>
            <a:r>
              <a:rPr sz="2625" b="0" i="0">
                <a:solidFill>
                  <a:srgbClr val="111111"/>
                </a:solidFill>
                <a:latin typeface="Arial"/>
                <a:ea typeface="Arial"/>
                <a:cs typeface="Arial"/>
              </a:rPr>
              <a:t>labor is unpaid and unseen</a:t>
            </a:r>
          </a:p>
        </p:txBody>
      </p:sp>
      <p:sp>
        <p:nvSpPr>
          <p:cNvPr id="39" name="">
            <a:extLst xmlns:a="http://schemas.openxmlformats.org/drawingml/2006/main">
              <a:ext uri="{FF2B5EF4-FFF2-40B4-BE49-F238E27FC236}">
                <a16:creationId xmlns:a16="http://schemas.microsoft.com/office/drawing/2014/main" id="{9DAFE89D-5976-407C-AB55-6E9D6D36A1AA}"/>
              </a:ext>
            </a:extLst>
          </p:cNvPr>
          <p:cNvSpPr>
            <a:spLocks xmlns:a="http://schemas.openxmlformats.org/drawingml/2006/main" noGrp="1"/>
          </p:cNvSpPr>
          <p:nvPr/>
        </p:nvSpPr>
        <p:spPr>
          <a:xfrm xmlns:a="http://schemas.openxmlformats.org/drawingml/2006/main">
            <a:off x="3429000" y="5857875"/>
            <a:ext cx="266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8000"/>
              </a:lnSpc>
              <a:buNone/>
              <a:defRPr sz="2625" b="1" i="0">
                <a:solidFill>
                  <a:srgbClr val="111111"/>
                </a:solidFill>
                <a:latin typeface="Arial"/>
                <a:ea typeface="Arial"/>
                <a:cs typeface="Arial"/>
              </a:defRPr>
            </a:pPr>
            <a:r>
              <a:rPr sz="2625" b="1" i="0">
                <a:solidFill>
                  <a:srgbClr val="111111"/>
                </a:solidFill>
                <a:latin typeface="Arial"/>
                <a:ea typeface="Arial"/>
                <a:cs typeface="Arial"/>
              </a:rPr>
              <a:t>•</a:t>
            </a:r>
          </a:p>
        </p:txBody>
      </p:sp>
      <p:sp>
        <p:nvSpPr>
          <p:cNvPr id="40" name="">
            <a:extLst xmlns:a="http://schemas.openxmlformats.org/drawingml/2006/main">
              <a:ext uri="{FF2B5EF4-FFF2-40B4-BE49-F238E27FC236}">
                <a16:creationId xmlns:a16="http://schemas.microsoft.com/office/drawing/2014/main" id="{56DBF68E-B15D-4A96-BF0E-F62A76D754DD}"/>
              </a:ext>
            </a:extLst>
          </p:cNvPr>
          <p:cNvSpPr>
            <a:spLocks xmlns:a="http://schemas.openxmlformats.org/drawingml/2006/main" noGrp="1"/>
          </p:cNvSpPr>
          <p:nvPr/>
        </p:nvSpPr>
        <p:spPr>
          <a:xfrm xmlns:a="http://schemas.openxmlformats.org/drawingml/2006/main">
            <a:off x="3752850" y="5876925"/>
            <a:ext cx="6343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5000"/>
              </a:lnSpc>
              <a:buNone/>
              <a:defRPr sz="2625" b="0" i="0">
                <a:solidFill>
                  <a:srgbClr val="111111"/>
                </a:solidFill>
                <a:latin typeface="Arial"/>
                <a:ea typeface="Arial"/>
                <a:cs typeface="Arial"/>
              </a:defRPr>
            </a:pPr>
            <a:r>
              <a:rPr sz="2625" b="0" i="0">
                <a:solidFill>
                  <a:srgbClr val="111111"/>
                </a:solidFill>
                <a:latin typeface="Arial"/>
                <a:ea typeface="Arial"/>
                <a:cs typeface="Arial"/>
              </a:rPr>
              <a:t>identity is hidden inside family roles</a:t>
            </a:r>
          </a:p>
        </p:txBody>
      </p:sp>
      <p:sp>
        <p:nvSpPr>
          <p:cNvPr id="41" name="">
            <a:extLst xmlns:a="http://schemas.openxmlformats.org/drawingml/2006/main">
              <a:ext uri="{FF2B5EF4-FFF2-40B4-BE49-F238E27FC236}">
                <a16:creationId xmlns:a16="http://schemas.microsoft.com/office/drawing/2014/main" id="{C893AA17-77BD-4992-86ED-5D5D0C89772C}"/>
              </a:ext>
            </a:extLst>
          </p:cNvPr>
          <p:cNvSpPr>
            <a:spLocks xmlns:a="http://schemas.openxmlformats.org/drawingml/2006/main" noGrp="1"/>
          </p:cNvSpPr>
          <p:nvPr/>
        </p:nvSpPr>
        <p:spPr>
          <a:xfrm xmlns:a="http://schemas.openxmlformats.org/drawingml/2006/main">
            <a:off x="10096500" y="4143375"/>
            <a:ext cx="4572000" cy="2476500"/>
          </a:xfrm>
          <a:prstGeom xmlns:a="http://schemas.openxmlformats.org/drawingml/2006/main" prst="roundRect">
            <a:avLst>
              <a:gd name="adj" fmla="val 8462"/>
            </a:avLst>
          </a:prstGeom>
          <a:noFill xmlns:a="http://schemas.openxmlformats.org/drawingml/2006/main"/>
          <a:ln xmlns:a="http://schemas.openxmlformats.org/drawingml/2006/main" w="19050">
            <a:solidFill>
              <a:srgbClr val="111111"/>
            </a:solidFill>
            <a:prstDash val="solid"/>
          </a:ln>
        </p:spPr>
      </p:sp>
      <p:sp>
        <p:nvSpPr>
          <p:cNvPr id="42" name="">
            <a:extLst xmlns:a="http://schemas.openxmlformats.org/drawingml/2006/main">
              <a:ext uri="{FF2B5EF4-FFF2-40B4-BE49-F238E27FC236}">
                <a16:creationId xmlns:a16="http://schemas.microsoft.com/office/drawing/2014/main" id="{2FF93A99-19DF-48B0-9508-86F8BE604BB7}"/>
              </a:ext>
            </a:extLst>
          </p:cNvPr>
          <p:cNvSpPr>
            <a:spLocks xmlns:a="http://schemas.openxmlformats.org/drawingml/2006/main" noGrp="1"/>
          </p:cNvSpPr>
          <p:nvPr/>
        </p:nvSpPr>
        <p:spPr>
          <a:xfrm xmlns:a="http://schemas.openxmlformats.org/drawingml/2006/main">
            <a:off x="10458450" y="4762500"/>
            <a:ext cx="3905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ctr"/>
          <a:lstStyle xmlns:a="http://schemas.openxmlformats.org/drawingml/2006/main"/>
          <a:p xmlns:a="http://schemas.openxmlformats.org/drawingml/2006/main">
            <a:pPr algn="ctr">
              <a:lnSpc>
                <a:spcPct val="108000"/>
              </a:lnSpc>
              <a:buNone/>
              <a:defRPr sz="3075" b="1" i="0">
                <a:solidFill>
                  <a:srgbClr val="111111"/>
                </a:solidFill>
                <a:latin typeface="Arial"/>
                <a:ea typeface="Arial"/>
                <a:cs typeface="Arial"/>
              </a:defRPr>
            </a:pPr>
            <a:r>
              <a:rPr sz="3075" b="1" i="0">
                <a:solidFill>
                  <a:srgbClr val="111111"/>
                </a:solidFill>
                <a:latin typeface="Arial"/>
                <a:ea typeface="Arial"/>
                <a:cs typeface="Arial"/>
              </a:rPr>
              <a:t>Not a lack of ability.</a:t>
            </a:r>
          </a:p>
          <a:p xmlns:a="http://schemas.openxmlformats.org/drawingml/2006/main">
            <a:pPr algn="ctr">
              <a:lnSpc>
                <a:spcPct val="108000"/>
              </a:lnSpc>
              <a:buNone/>
              <a:defRPr sz="3075" b="1" i="0">
                <a:solidFill>
                  <a:srgbClr val="111111"/>
                </a:solidFill>
                <a:latin typeface="Arial"/>
                <a:ea typeface="Arial"/>
                <a:cs typeface="Arial"/>
              </a:defRPr>
            </a:pPr>
            <a:r>
              <a:rPr sz="3075" b="1" i="0">
                <a:solidFill>
                  <a:srgbClr val="111111"/>
                </a:solidFill>
                <a:latin typeface="Arial"/>
                <a:ea typeface="Arial"/>
                <a:cs typeface="Arial"/>
              </a:rPr>
              <a:t>A lack of translation.</a:t>
            </a:r>
          </a:p>
        </p:txBody>
      </p:sp>
      <p:sp>
        <p:nvSpPr>
          <p:cNvPr id="43" name="">
            <a:extLst xmlns:a="http://schemas.openxmlformats.org/drawingml/2006/main">
              <a:ext uri="{FF2B5EF4-FFF2-40B4-BE49-F238E27FC236}">
                <a16:creationId xmlns:a16="http://schemas.microsoft.com/office/drawing/2014/main" id="{C3B01872-496C-4680-A025-4ACF3E9165B2}"/>
              </a:ext>
            </a:extLst>
          </p:cNvPr>
          <p:cNvSpPr>
            <a:spLocks xmlns:a="http://schemas.openxmlformats.org/drawingml/2006/main" noGrp="1"/>
          </p:cNvSpPr>
          <p:nvPr/>
        </p:nvSpPr>
        <p:spPr>
          <a:xfrm xmlns:a="http://schemas.openxmlformats.org/drawingml/2006/main">
            <a:off x="13525500" y="96583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r">
              <a:lnSpc>
                <a:spcPct val="108000"/>
              </a:lnSpc>
              <a:buNone/>
              <a:defRPr sz="1575" b="0" i="0">
                <a:solidFill>
                  <a:srgbClr val="777777"/>
                </a:solidFill>
                <a:latin typeface="Arial"/>
                <a:ea typeface="Arial"/>
                <a:cs typeface="Arial"/>
              </a:defRPr>
            </a:pPr>
            <a:r>
              <a:rPr sz="1575" b="0" i="0">
                <a:solidFill>
                  <a:srgbClr val="777777"/>
                </a:solidFill>
                <a:latin typeface="Arial"/>
                <a:ea typeface="Arial"/>
                <a:cs typeface="Arial"/>
              </a:rPr>
              <a:t>Time: 0:35-1:15 | Slide 2/8</a:t>
            </a:r>
          </a:p>
        </p:txBody>
      </p:sp>
      <p:sp>
        <p:nvSpPr>
          <p:cNvPr id="44" name="">
            <a:extLst xmlns:a="http://schemas.openxmlformats.org/drawingml/2006/main">
              <a:ext uri="{FF2B5EF4-FFF2-40B4-BE49-F238E27FC236}">
                <a16:creationId xmlns:a16="http://schemas.microsoft.com/office/drawing/2014/main" id="{43283632-3425-4516-99F0-535D948D21B2}"/>
              </a:ext>
            </a:extLst>
          </p:cNvPr>
          <p:cNvSpPr>
            <a:spLocks xmlns:a="http://schemas.openxmlformats.org/drawingml/2006/main" noGrp="1"/>
          </p:cNvSpPr>
          <p:nvPr/>
        </p:nvSpPr>
        <p:spPr>
          <a:xfrm xmlns:a="http://schemas.openxmlformats.org/drawingml/2006/main">
            <a:off x="1333500" y="96583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8000"/>
              </a:lnSpc>
              <a:buNone/>
              <a:defRPr sz="1575" b="0" i="0">
                <a:solidFill>
                  <a:srgbClr val="777777"/>
                </a:solidFill>
                <a:latin typeface="Arial"/>
                <a:ea typeface="Arial"/>
                <a:cs typeface="Arial"/>
              </a:defRPr>
            </a:pPr>
            <a:r>
              <a:rPr sz="1575" b="0" i="0">
                <a:solidFill>
                  <a:srgbClr val="777777"/>
                </a:solidFill>
                <a:latin typeface="Arial"/>
                <a:ea typeface="Arial"/>
                <a:cs typeface="Arial"/>
              </a:rPr>
              <a:t>IDBLOOM | BPA Topic 3 Labor Identity</a:t>
            </a:r>
          </a:p>
        </p:txBody>
      </p:sp>
    </p:spTree>
    <p:extLst>
      <p:ext uri="{BB962C8B-B14F-4D97-AF65-F5344CB8AC3E}">
        <p14:creationId xmlns:p14="http://schemas.microsoft.com/office/powerpoint/2010/main" val="205035804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0C5039BB-50AA-4C12-AE05-2E4A6F6247CD}"/>
              </a:ext>
            </a:extLst>
          </p:cNvPr>
          <p:cNvSpPr>
            <a:spLocks xmlns:a="http://schemas.openxmlformats.org/drawingml/2006/main" noGrp="1"/>
          </p:cNvSpPr>
          <p:nvPr/>
        </p:nvSpPr>
        <p:spPr>
          <a:xfrm xmlns:a="http://schemas.openxmlformats.org/drawingml/2006/main" rot="0" flipH="0" flipV="0">
            <a:off x="-1164241"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CAF4B7B1-08C8-4DF7-95BC-CC8B3F90A2A2}"/>
              </a:ext>
            </a:extLst>
          </p:cNvPr>
          <p:cNvSpPr>
            <a:spLocks xmlns:a="http://schemas.openxmlformats.org/drawingml/2006/main" noGrp="1"/>
          </p:cNvSpPr>
          <p:nvPr/>
        </p:nvSpPr>
        <p:spPr>
          <a:xfrm xmlns:a="http://schemas.openxmlformats.org/drawingml/2006/main" rot="0" flipH="0" flipV="0">
            <a:off x="1966412"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E4A35245-FA75-4DB8-93E8-551DFC0334DD}"/>
              </a:ext>
            </a:extLst>
          </p:cNvPr>
          <p:cNvSpPr>
            <a:spLocks xmlns:a="http://schemas.openxmlformats.org/drawingml/2006/main" noGrp="1"/>
          </p:cNvSpPr>
          <p:nvPr/>
        </p:nvSpPr>
        <p:spPr>
          <a:xfrm xmlns:a="http://schemas.openxmlformats.org/drawingml/2006/main" rot="0" flipH="0" flipV="0">
            <a:off x="5096686"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990B6C9D-2D1B-4904-9D86-D1D1A8188D2E}"/>
              </a:ext>
            </a:extLst>
          </p:cNvPr>
          <p:cNvSpPr>
            <a:spLocks xmlns:a="http://schemas.openxmlformats.org/drawingml/2006/main" noGrp="1"/>
          </p:cNvSpPr>
          <p:nvPr/>
        </p:nvSpPr>
        <p:spPr>
          <a:xfrm xmlns:a="http://schemas.openxmlformats.org/drawingml/2006/main" rot="0" flipH="0" flipV="0">
            <a:off x="8227339"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F5212A81-18A6-49D1-BDA2-8F39F5E5A5A3}"/>
              </a:ext>
            </a:extLst>
          </p:cNvPr>
          <p:cNvSpPr>
            <a:spLocks xmlns:a="http://schemas.openxmlformats.org/drawingml/2006/main" noGrp="1"/>
          </p:cNvSpPr>
          <p:nvPr/>
        </p:nvSpPr>
        <p:spPr>
          <a:xfrm xmlns:a="http://schemas.openxmlformats.org/drawingml/2006/main" rot="0" flipH="0" flipV="0">
            <a:off x="11357613"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8" name="Freeform 8">
            <a:extLst xmlns:a="http://schemas.openxmlformats.org/drawingml/2006/main">
              <a:ext uri="{FF2B5EF4-FFF2-40B4-BE49-F238E27FC236}">
                <a16:creationId xmlns:a16="http://schemas.microsoft.com/office/drawing/2014/main" id="{6FF0562D-E224-4312-82E1-38C10DDD243B}"/>
              </a:ext>
            </a:extLst>
          </p:cNvPr>
          <p:cNvSpPr>
            <a:spLocks xmlns:a="http://schemas.openxmlformats.org/drawingml/2006/main" noGrp="1"/>
          </p:cNvSpPr>
          <p:nvPr/>
        </p:nvSpPr>
        <p:spPr>
          <a:xfrm xmlns:a="http://schemas.openxmlformats.org/drawingml/2006/main" rot="0" flipH="0" flipV="0">
            <a:off x="14488267"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9A1BD8AE-D385-4F60-8C72-4002CB751D2C}"/>
              </a:ext>
            </a:extLst>
          </p:cNvPr>
          <p:cNvSpPr>
            <a:spLocks xmlns:a="http://schemas.openxmlformats.org/drawingml/2006/main" noGrp="1"/>
          </p:cNvSpPr>
          <p:nvPr/>
        </p:nvSpPr>
        <p:spPr>
          <a:xfrm xmlns:a="http://schemas.openxmlformats.org/drawingml/2006/main" rot="0" flipH="0" flipV="0">
            <a:off x="17618540"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10" name="Freeform 10">
            <a:extLst xmlns:a="http://schemas.openxmlformats.org/drawingml/2006/main">
              <a:ext uri="{FF2B5EF4-FFF2-40B4-BE49-F238E27FC236}">
                <a16:creationId xmlns:a16="http://schemas.microsoft.com/office/drawing/2014/main" id="{AA097CF3-81FF-42BA-A0E9-97D4886FD82E}"/>
              </a:ext>
            </a:extLst>
          </p:cNvPr>
          <p:cNvSpPr>
            <a:spLocks xmlns:a="http://schemas.openxmlformats.org/drawingml/2006/main" noGrp="1"/>
          </p:cNvSpPr>
          <p:nvPr/>
        </p:nvSpPr>
        <p:spPr>
          <a:xfrm xmlns:a="http://schemas.openxmlformats.org/drawingml/2006/main" rot="0" flipH="0" flipV="0">
            <a:off x="-1164051" y="2716009"/>
            <a:ext cx="2937839" cy="2937840"/>
          </a:xfrm>
          <a:custGeom xmlns:a="http://schemas.openxmlformats.org/drawingml/2006/main">
            <a:rect l="l" t="t" r="r" b="b"/>
            <a:pathLst>
              <a:path w="3917120" h="3917120">
                <a:moveTo>
                  <a:pt x="0" y="0"/>
                </a:moveTo>
                <a:lnTo>
                  <a:pt x="3917119" y="0"/>
                </a:lnTo>
                <a:lnTo>
                  <a:pt x="3917119" y="3917120"/>
                </a:lnTo>
                <a:lnTo>
                  <a:pt x="0" y="3917120"/>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11" name="Freeform 11">
            <a:extLst xmlns:a="http://schemas.openxmlformats.org/drawingml/2006/main">
              <a:ext uri="{FF2B5EF4-FFF2-40B4-BE49-F238E27FC236}">
                <a16:creationId xmlns:a16="http://schemas.microsoft.com/office/drawing/2014/main" id="{E01F1FCA-BD76-468C-92C2-9DB2C272944A}"/>
              </a:ext>
            </a:extLst>
          </p:cNvPr>
          <p:cNvSpPr>
            <a:spLocks xmlns:a="http://schemas.openxmlformats.org/drawingml/2006/main" noGrp="1"/>
          </p:cNvSpPr>
          <p:nvPr/>
        </p:nvSpPr>
        <p:spPr>
          <a:xfrm xmlns:a="http://schemas.openxmlformats.org/drawingml/2006/main" rot="0" flipH="0" flipV="0">
            <a:off x="1966603" y="271600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12" name="Freeform 12">
            <a:extLst xmlns:a="http://schemas.openxmlformats.org/drawingml/2006/main">
              <a:ext uri="{FF2B5EF4-FFF2-40B4-BE49-F238E27FC236}">
                <a16:creationId xmlns:a16="http://schemas.microsoft.com/office/drawing/2014/main" id="{B1574B39-1752-43F8-A6A1-06AC7AC1D488}"/>
              </a:ext>
            </a:extLst>
          </p:cNvPr>
          <p:cNvSpPr>
            <a:spLocks xmlns:a="http://schemas.openxmlformats.org/drawingml/2006/main" noGrp="1"/>
          </p:cNvSpPr>
          <p:nvPr/>
        </p:nvSpPr>
        <p:spPr>
          <a:xfrm xmlns:a="http://schemas.openxmlformats.org/drawingml/2006/main" rot="0" flipH="0" flipV="0">
            <a:off x="5096876" y="271600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13" name="Freeform 13">
            <a:extLst xmlns:a="http://schemas.openxmlformats.org/drawingml/2006/main">
              <a:ext uri="{FF2B5EF4-FFF2-40B4-BE49-F238E27FC236}">
                <a16:creationId xmlns:a16="http://schemas.microsoft.com/office/drawing/2014/main" id="{EB89EDA6-0647-4F3E-8187-ECCA97B687C8}"/>
              </a:ext>
            </a:extLst>
          </p:cNvPr>
          <p:cNvSpPr>
            <a:spLocks xmlns:a="http://schemas.openxmlformats.org/drawingml/2006/main" noGrp="1"/>
          </p:cNvSpPr>
          <p:nvPr/>
        </p:nvSpPr>
        <p:spPr>
          <a:xfrm xmlns:a="http://schemas.openxmlformats.org/drawingml/2006/main" rot="0" flipH="0" flipV="0">
            <a:off x="8227530" y="271600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14" name="Freeform 14">
            <a:extLst xmlns:a="http://schemas.openxmlformats.org/drawingml/2006/main">
              <a:ext uri="{FF2B5EF4-FFF2-40B4-BE49-F238E27FC236}">
                <a16:creationId xmlns:a16="http://schemas.microsoft.com/office/drawing/2014/main" id="{6AF20E0B-46F1-4F02-AA51-BF9A535F2829}"/>
              </a:ext>
            </a:extLst>
          </p:cNvPr>
          <p:cNvSpPr>
            <a:spLocks xmlns:a="http://schemas.openxmlformats.org/drawingml/2006/main" noGrp="1"/>
          </p:cNvSpPr>
          <p:nvPr/>
        </p:nvSpPr>
        <p:spPr>
          <a:xfrm xmlns:a="http://schemas.openxmlformats.org/drawingml/2006/main" rot="0" flipH="0" flipV="0">
            <a:off x="11357803" y="271600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15" name="Freeform 15">
            <a:extLst xmlns:a="http://schemas.openxmlformats.org/drawingml/2006/main">
              <a:ext uri="{FF2B5EF4-FFF2-40B4-BE49-F238E27FC236}">
                <a16:creationId xmlns:a16="http://schemas.microsoft.com/office/drawing/2014/main" id="{BC50155F-1290-4C6F-B6BE-BA7CC0469478}"/>
              </a:ext>
            </a:extLst>
          </p:cNvPr>
          <p:cNvSpPr>
            <a:spLocks xmlns:a="http://schemas.openxmlformats.org/drawingml/2006/main" noGrp="1"/>
          </p:cNvSpPr>
          <p:nvPr/>
        </p:nvSpPr>
        <p:spPr>
          <a:xfrm xmlns:a="http://schemas.openxmlformats.org/drawingml/2006/main" rot="0" flipH="0" flipV="0">
            <a:off x="14488457" y="271600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16" name="Freeform 16">
            <a:extLst xmlns:a="http://schemas.openxmlformats.org/drawingml/2006/main">
              <a:ext uri="{FF2B5EF4-FFF2-40B4-BE49-F238E27FC236}">
                <a16:creationId xmlns:a16="http://schemas.microsoft.com/office/drawing/2014/main" id="{7CE050F8-E522-4803-A25D-4DBD5D018909}"/>
              </a:ext>
            </a:extLst>
          </p:cNvPr>
          <p:cNvSpPr>
            <a:spLocks xmlns:a="http://schemas.openxmlformats.org/drawingml/2006/main" noGrp="1"/>
          </p:cNvSpPr>
          <p:nvPr/>
        </p:nvSpPr>
        <p:spPr>
          <a:xfrm xmlns:a="http://schemas.openxmlformats.org/drawingml/2006/main" rot="0" flipH="0" flipV="0">
            <a:off x="17618731" y="271600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17" name="Freeform 17">
            <a:extLst xmlns:a="http://schemas.openxmlformats.org/drawingml/2006/main">
              <a:ext uri="{FF2B5EF4-FFF2-40B4-BE49-F238E27FC236}">
                <a16:creationId xmlns:a16="http://schemas.microsoft.com/office/drawing/2014/main" id="{110F545B-1FAA-4FF9-8CB4-2D60B91C2DB3}"/>
              </a:ext>
            </a:extLst>
          </p:cNvPr>
          <p:cNvSpPr>
            <a:spLocks xmlns:a="http://schemas.openxmlformats.org/drawingml/2006/main" noGrp="1"/>
          </p:cNvSpPr>
          <p:nvPr/>
        </p:nvSpPr>
        <p:spPr>
          <a:xfrm xmlns:a="http://schemas.openxmlformats.org/drawingml/2006/main" rot="0" flipH="0" flipV="0">
            <a:off x="-1163957" y="5824902"/>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18" name="Freeform 18">
            <a:extLst xmlns:a="http://schemas.openxmlformats.org/drawingml/2006/main">
              <a:ext uri="{FF2B5EF4-FFF2-40B4-BE49-F238E27FC236}">
                <a16:creationId xmlns:a16="http://schemas.microsoft.com/office/drawing/2014/main" id="{B51CE76A-9803-41CE-AD1C-C5A5F53910CE}"/>
              </a:ext>
            </a:extLst>
          </p:cNvPr>
          <p:cNvSpPr>
            <a:spLocks xmlns:a="http://schemas.openxmlformats.org/drawingml/2006/main" noGrp="1"/>
          </p:cNvSpPr>
          <p:nvPr/>
        </p:nvSpPr>
        <p:spPr>
          <a:xfrm xmlns:a="http://schemas.openxmlformats.org/drawingml/2006/main" rot="0" flipH="0" flipV="0">
            <a:off x="1966698" y="5824902"/>
            <a:ext cx="2937839" cy="2937840"/>
          </a:xfrm>
          <a:custGeom xmlns:a="http://schemas.openxmlformats.org/drawingml/2006/main">
            <a:rect l="l" t="t" r="r" b="b"/>
            <a:pathLst>
              <a:path w="3917120" h="3917120">
                <a:moveTo>
                  <a:pt x="0" y="0"/>
                </a:moveTo>
                <a:lnTo>
                  <a:pt x="3917119" y="0"/>
                </a:lnTo>
                <a:lnTo>
                  <a:pt x="3917119" y="3917119"/>
                </a:lnTo>
                <a:lnTo>
                  <a:pt x="0" y="3917119"/>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19" name="Freeform 19">
            <a:extLst xmlns:a="http://schemas.openxmlformats.org/drawingml/2006/main">
              <a:ext uri="{FF2B5EF4-FFF2-40B4-BE49-F238E27FC236}">
                <a16:creationId xmlns:a16="http://schemas.microsoft.com/office/drawing/2014/main" id="{9CC185DD-AE60-4C44-962E-0AC55CF46DA4}"/>
              </a:ext>
            </a:extLst>
          </p:cNvPr>
          <p:cNvSpPr>
            <a:spLocks xmlns:a="http://schemas.openxmlformats.org/drawingml/2006/main" noGrp="1"/>
          </p:cNvSpPr>
          <p:nvPr/>
        </p:nvSpPr>
        <p:spPr>
          <a:xfrm xmlns:a="http://schemas.openxmlformats.org/drawingml/2006/main" rot="0" flipH="0" flipV="0">
            <a:off x="5096971" y="5824902"/>
            <a:ext cx="2937839" cy="2937840"/>
          </a:xfrm>
          <a:custGeom xmlns:a="http://schemas.openxmlformats.org/drawingml/2006/main">
            <a:rect l="l" t="t" r="r" b="b"/>
            <a:pathLst>
              <a:path w="3917120" h="3917120">
                <a:moveTo>
                  <a:pt x="0" y="0"/>
                </a:moveTo>
                <a:lnTo>
                  <a:pt x="3917119" y="0"/>
                </a:lnTo>
                <a:lnTo>
                  <a:pt x="3917119" y="3917119"/>
                </a:lnTo>
                <a:lnTo>
                  <a:pt x="0" y="3917119"/>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20" name="Freeform 20">
            <a:extLst xmlns:a="http://schemas.openxmlformats.org/drawingml/2006/main">
              <a:ext uri="{FF2B5EF4-FFF2-40B4-BE49-F238E27FC236}">
                <a16:creationId xmlns:a16="http://schemas.microsoft.com/office/drawing/2014/main" id="{5CE7A288-1C63-45B3-90D6-312136BAA92A}"/>
              </a:ext>
            </a:extLst>
          </p:cNvPr>
          <p:cNvSpPr>
            <a:spLocks xmlns:a="http://schemas.openxmlformats.org/drawingml/2006/main" noGrp="1"/>
          </p:cNvSpPr>
          <p:nvPr/>
        </p:nvSpPr>
        <p:spPr>
          <a:xfrm xmlns:a="http://schemas.openxmlformats.org/drawingml/2006/main" rot="0" flipH="0" flipV="0">
            <a:off x="8227625" y="5824902"/>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21" name="Freeform 21">
            <a:extLst xmlns:a="http://schemas.openxmlformats.org/drawingml/2006/main">
              <a:ext uri="{FF2B5EF4-FFF2-40B4-BE49-F238E27FC236}">
                <a16:creationId xmlns:a16="http://schemas.microsoft.com/office/drawing/2014/main" id="{AA25CE0C-A776-4081-8C45-68EA74328975}"/>
              </a:ext>
            </a:extLst>
          </p:cNvPr>
          <p:cNvSpPr>
            <a:spLocks xmlns:a="http://schemas.openxmlformats.org/drawingml/2006/main" noGrp="1"/>
          </p:cNvSpPr>
          <p:nvPr/>
        </p:nvSpPr>
        <p:spPr>
          <a:xfrm xmlns:a="http://schemas.openxmlformats.org/drawingml/2006/main" rot="0" flipH="0" flipV="0">
            <a:off x="11357899" y="5824902"/>
            <a:ext cx="2937839" cy="2937840"/>
          </a:xfrm>
          <a:custGeom xmlns:a="http://schemas.openxmlformats.org/drawingml/2006/main">
            <a:rect l="l" t="t" r="r" b="b"/>
            <a:pathLst>
              <a:path w="3917120" h="3917120">
                <a:moveTo>
                  <a:pt x="0" y="0"/>
                </a:moveTo>
                <a:lnTo>
                  <a:pt x="3917119" y="0"/>
                </a:lnTo>
                <a:lnTo>
                  <a:pt x="3917119" y="3917119"/>
                </a:lnTo>
                <a:lnTo>
                  <a:pt x="0" y="3917119"/>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22" name="Freeform 22">
            <a:extLst xmlns:a="http://schemas.openxmlformats.org/drawingml/2006/main">
              <a:ext uri="{FF2B5EF4-FFF2-40B4-BE49-F238E27FC236}">
                <a16:creationId xmlns:a16="http://schemas.microsoft.com/office/drawing/2014/main" id="{52FD68D4-DB55-49E6-BFD4-D70FC2507731}"/>
              </a:ext>
            </a:extLst>
          </p:cNvPr>
          <p:cNvSpPr>
            <a:spLocks xmlns:a="http://schemas.openxmlformats.org/drawingml/2006/main" noGrp="1"/>
          </p:cNvSpPr>
          <p:nvPr/>
        </p:nvSpPr>
        <p:spPr>
          <a:xfrm xmlns:a="http://schemas.openxmlformats.org/drawingml/2006/main" rot="0" flipH="0" flipV="0">
            <a:off x="14488552" y="5824902"/>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23" name="Freeform 23">
            <a:extLst xmlns:a="http://schemas.openxmlformats.org/drawingml/2006/main">
              <a:ext uri="{FF2B5EF4-FFF2-40B4-BE49-F238E27FC236}">
                <a16:creationId xmlns:a16="http://schemas.microsoft.com/office/drawing/2014/main" id="{648C4462-A468-4EE0-9023-8EF913928EC3}"/>
              </a:ext>
            </a:extLst>
          </p:cNvPr>
          <p:cNvSpPr>
            <a:spLocks xmlns:a="http://schemas.openxmlformats.org/drawingml/2006/main" noGrp="1"/>
          </p:cNvSpPr>
          <p:nvPr/>
        </p:nvSpPr>
        <p:spPr>
          <a:xfrm xmlns:a="http://schemas.openxmlformats.org/drawingml/2006/main" rot="0" flipH="0" flipV="0">
            <a:off x="17618826" y="5824902"/>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24" name="Freeform 24">
            <a:extLst xmlns:a="http://schemas.openxmlformats.org/drawingml/2006/main">
              <a:ext uri="{FF2B5EF4-FFF2-40B4-BE49-F238E27FC236}">
                <a16:creationId xmlns:a16="http://schemas.microsoft.com/office/drawing/2014/main" id="{C064D38B-82BE-4002-83A3-5833E6EE125F}"/>
              </a:ext>
            </a:extLst>
          </p:cNvPr>
          <p:cNvSpPr>
            <a:spLocks xmlns:a="http://schemas.openxmlformats.org/drawingml/2006/main" noGrp="1"/>
          </p:cNvSpPr>
          <p:nvPr/>
        </p:nvSpPr>
        <p:spPr>
          <a:xfrm xmlns:a="http://schemas.openxmlformats.org/drawingml/2006/main" rot="0" flipH="0" flipV="0">
            <a:off x="-1163766"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25" name="Freeform 25">
            <a:extLst xmlns:a="http://schemas.openxmlformats.org/drawingml/2006/main">
              <a:ext uri="{FF2B5EF4-FFF2-40B4-BE49-F238E27FC236}">
                <a16:creationId xmlns:a16="http://schemas.microsoft.com/office/drawing/2014/main" id="{51410E72-8F57-4AF8-B91E-A674A677FECB}"/>
              </a:ext>
            </a:extLst>
          </p:cNvPr>
          <p:cNvSpPr>
            <a:spLocks xmlns:a="http://schemas.openxmlformats.org/drawingml/2006/main" noGrp="1"/>
          </p:cNvSpPr>
          <p:nvPr/>
        </p:nvSpPr>
        <p:spPr>
          <a:xfrm xmlns:a="http://schemas.openxmlformats.org/drawingml/2006/main" rot="0" flipH="0" flipV="0">
            <a:off x="1966888"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26" name="Freeform 26">
            <a:extLst xmlns:a="http://schemas.openxmlformats.org/drawingml/2006/main">
              <a:ext uri="{FF2B5EF4-FFF2-40B4-BE49-F238E27FC236}">
                <a16:creationId xmlns:a16="http://schemas.microsoft.com/office/drawing/2014/main" id="{57B0B7E7-2661-489B-9D27-44C920D58035}"/>
              </a:ext>
            </a:extLst>
          </p:cNvPr>
          <p:cNvSpPr>
            <a:spLocks xmlns:a="http://schemas.openxmlformats.org/drawingml/2006/main" noGrp="1"/>
          </p:cNvSpPr>
          <p:nvPr/>
        </p:nvSpPr>
        <p:spPr>
          <a:xfrm xmlns:a="http://schemas.openxmlformats.org/drawingml/2006/main" rot="0" flipH="0" flipV="0">
            <a:off x="5097161"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27" name="Freeform 27">
            <a:extLst xmlns:a="http://schemas.openxmlformats.org/drawingml/2006/main">
              <a:ext uri="{FF2B5EF4-FFF2-40B4-BE49-F238E27FC236}">
                <a16:creationId xmlns:a16="http://schemas.microsoft.com/office/drawing/2014/main" id="{1792649A-474D-48CC-B2A6-5430E50A6F5C}"/>
              </a:ext>
            </a:extLst>
          </p:cNvPr>
          <p:cNvSpPr>
            <a:spLocks xmlns:a="http://schemas.openxmlformats.org/drawingml/2006/main" noGrp="1"/>
          </p:cNvSpPr>
          <p:nvPr/>
        </p:nvSpPr>
        <p:spPr>
          <a:xfrm xmlns:a="http://schemas.openxmlformats.org/drawingml/2006/main" rot="0" flipH="0" flipV="0">
            <a:off x="8227815"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28" name="Freeform 28">
            <a:extLst xmlns:a="http://schemas.openxmlformats.org/drawingml/2006/main">
              <a:ext uri="{FF2B5EF4-FFF2-40B4-BE49-F238E27FC236}">
                <a16:creationId xmlns:a16="http://schemas.microsoft.com/office/drawing/2014/main" id="{BCAA211E-5E5A-462A-97F1-2BD96D567926}"/>
              </a:ext>
            </a:extLst>
          </p:cNvPr>
          <p:cNvSpPr>
            <a:spLocks xmlns:a="http://schemas.openxmlformats.org/drawingml/2006/main" noGrp="1"/>
          </p:cNvSpPr>
          <p:nvPr/>
        </p:nvSpPr>
        <p:spPr>
          <a:xfrm xmlns:a="http://schemas.openxmlformats.org/drawingml/2006/main" rot="0" flipH="0" flipV="0">
            <a:off x="11358088"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29" name="Freeform 29">
            <a:extLst xmlns:a="http://schemas.openxmlformats.org/drawingml/2006/main">
              <a:ext uri="{FF2B5EF4-FFF2-40B4-BE49-F238E27FC236}">
                <a16:creationId xmlns:a16="http://schemas.microsoft.com/office/drawing/2014/main" id="{D0FE1732-1504-4F52-B4DB-314F57A0A79B}"/>
              </a:ext>
            </a:extLst>
          </p:cNvPr>
          <p:cNvSpPr>
            <a:spLocks xmlns:a="http://schemas.openxmlformats.org/drawingml/2006/main" noGrp="1"/>
          </p:cNvSpPr>
          <p:nvPr/>
        </p:nvSpPr>
        <p:spPr>
          <a:xfrm xmlns:a="http://schemas.openxmlformats.org/drawingml/2006/main" rot="0" flipH="0" flipV="0">
            <a:off x="14488742"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30" name="Freeform 30">
            <a:extLst xmlns:a="http://schemas.openxmlformats.org/drawingml/2006/main">
              <a:ext uri="{FF2B5EF4-FFF2-40B4-BE49-F238E27FC236}">
                <a16:creationId xmlns:a16="http://schemas.microsoft.com/office/drawing/2014/main" id="{FB48F237-9948-489C-A6DB-6C2AF17E3989}"/>
              </a:ext>
            </a:extLst>
          </p:cNvPr>
          <p:cNvSpPr>
            <a:spLocks xmlns:a="http://schemas.openxmlformats.org/drawingml/2006/main" noGrp="1"/>
          </p:cNvSpPr>
          <p:nvPr/>
        </p:nvSpPr>
        <p:spPr>
          <a:xfrm xmlns:a="http://schemas.openxmlformats.org/drawingml/2006/main" rot="0" flipH="0" flipV="0">
            <a:off x="17619016"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fe69fa5185fb4831">
              <a:extLst>
                <a:ext uri="{96DAC541-7B7A-43D3-8B79-37D633B846F1}">
                  <asvg:svgBlip xmlns:asvg="http://schemas.microsoft.com/office/drawing/2016/SVG/main" r:embed="Ref831b1875c34175"/>
                </a:ext>
              </a:extLst>
            </a:blip>
            <a:stretch>
              <a:fillRect l="0" t="0" r="0" b="0"/>
            </a:stretch>
          </a:blipFill>
        </p:spPr>
      </p:sp>
      <p:sp>
        <p:nvSpPr>
          <p:cNvPr id="31" name="">
            <a:extLst xmlns:a="http://schemas.openxmlformats.org/drawingml/2006/main">
              <a:ext uri="{FF2B5EF4-FFF2-40B4-BE49-F238E27FC236}">
                <a16:creationId xmlns:a16="http://schemas.microsoft.com/office/drawing/2014/main" id="{8F1DB3F1-736C-43A3-AF8E-01CD51441D74}"/>
              </a:ext>
            </a:extLst>
          </p:cNvPr>
          <p:cNvSpPr>
            <a:spLocks xmlns:a="http://schemas.openxmlformats.org/drawingml/2006/main" noGrp="1"/>
          </p:cNvSpPr>
          <p:nvPr/>
        </p:nvSpPr>
        <p:spPr>
          <a:xfrm xmlns:a="http://schemas.openxmlformats.org/drawingml/2006/main" rot="-108000">
            <a:off x="6191250" y="647700"/>
            <a:ext cx="5905500" cy="781050"/>
          </a:xfrm>
          <a:prstGeom xmlns:a="http://schemas.openxmlformats.org/drawingml/2006/main" prst="roundRect">
            <a:avLst>
              <a:gd name="adj" fmla="val 14634"/>
            </a:avLst>
          </a:prstGeom>
          <a:solidFill xmlns:a="http://schemas.openxmlformats.org/drawingml/2006/main">
            <a:srgbClr val="FFE21A"/>
          </a:solidFill>
          <a:ln xmlns:a="http://schemas.openxmlformats.org/drawingml/2006/main" w="19050">
            <a:solidFill>
              <a:srgbClr val="FFE21A"/>
            </a:solidFill>
            <a:prstDash val="solid"/>
          </a:ln>
        </p:spPr>
      </p:sp>
      <p:sp>
        <p:nvSpPr>
          <p:cNvPr id="32" name="">
            <a:extLst xmlns:a="http://schemas.openxmlformats.org/drawingml/2006/main">
              <a:ext uri="{FF2B5EF4-FFF2-40B4-BE49-F238E27FC236}">
                <a16:creationId xmlns:a16="http://schemas.microsoft.com/office/drawing/2014/main" id="{35DD5368-265E-4826-8CAD-C418F1FA9830}"/>
              </a:ext>
            </a:extLst>
          </p:cNvPr>
          <p:cNvSpPr>
            <a:spLocks xmlns:a="http://schemas.openxmlformats.org/drawingml/2006/main" noGrp="1"/>
          </p:cNvSpPr>
          <p:nvPr/>
        </p:nvSpPr>
        <p:spPr>
          <a:xfrm xmlns:a="http://schemas.openxmlformats.org/drawingml/2006/main">
            <a:off x="5238750" y="781050"/>
            <a:ext cx="7810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2925" b="1" i="1">
                <a:solidFill>
                  <a:srgbClr val="111111"/>
                </a:solidFill>
                <a:latin typeface="Arial Black"/>
                <a:ea typeface="Arial Black"/>
                <a:cs typeface="Arial Black"/>
              </a:defRPr>
            </a:pPr>
            <a:r>
              <a:rPr sz="2925" b="1" i="1">
                <a:solidFill>
                  <a:srgbClr val="111111"/>
                </a:solidFill>
                <a:latin typeface="Arial Black"/>
                <a:ea typeface="Arial Black"/>
                <a:cs typeface="Arial Black"/>
              </a:rPr>
              <a:t>IDBLOOM: Identity + Delivery</a:t>
            </a:r>
          </a:p>
        </p:txBody>
      </p:sp>
      <p:sp>
        <p:nvSpPr>
          <p:cNvPr id="33" name="">
            <a:extLst xmlns:a="http://schemas.openxmlformats.org/drawingml/2006/main">
              <a:ext uri="{FF2B5EF4-FFF2-40B4-BE49-F238E27FC236}">
                <a16:creationId xmlns:a16="http://schemas.microsoft.com/office/drawing/2014/main" id="{C329E09B-A262-45CF-8EE9-579A56CCDE89}"/>
              </a:ext>
            </a:extLst>
          </p:cNvPr>
          <p:cNvSpPr>
            <a:spLocks xmlns:a="http://schemas.openxmlformats.org/drawingml/2006/main" noGrp="1"/>
          </p:cNvSpPr>
          <p:nvPr/>
        </p:nvSpPr>
        <p:spPr>
          <a:xfrm xmlns:a="http://schemas.openxmlformats.org/drawingml/2006/main">
            <a:off x="1524000" y="2381250"/>
            <a:ext cx="4476750" cy="895350"/>
          </a:xfrm>
          <a:prstGeom xmlns:a="http://schemas.openxmlformats.org/drawingml/2006/main" prst="roundRect">
            <a:avLst>
              <a:gd name="adj" fmla="val 17021"/>
            </a:avLst>
          </a:prstGeom>
          <a:solidFill xmlns:a="http://schemas.openxmlformats.org/drawingml/2006/main">
            <a:srgbClr val="FFF7B0"/>
          </a:solidFill>
          <a:ln xmlns:a="http://schemas.openxmlformats.org/drawingml/2006/main" w="19050">
            <a:solidFill>
              <a:srgbClr val="111111"/>
            </a:solidFill>
            <a:prstDash val="solid"/>
          </a:ln>
        </p:spPr>
        <p:txBody>
          <a:bodyPr xmlns:a="http://schemas.openxmlformats.org/drawingml/2006/main" lIns="76200" tIns="38100" rIns="76200" bIns="38100" anchor="ctr"/>
          <a:lstStyle xmlns:a="http://schemas.openxmlformats.org/drawingml/2006/main"/>
          <a:p xmlns:a="http://schemas.openxmlformats.org/drawingml/2006/main">
            <a:pPr algn="ctr">
              <a:defRPr sz="2175" b="1">
                <a:solidFill>
                  <a:srgbClr val="111111"/>
                </a:solidFill>
                <a:latin typeface="Arial"/>
                <a:ea typeface="Arial"/>
                <a:cs typeface="Arial"/>
              </a:defRPr>
            </a:pPr>
            <a:r>
              <a:rPr sz="2175" b="1">
                <a:solidFill>
                  <a:srgbClr val="111111"/>
                </a:solidFill>
                <a:latin typeface="Arial"/>
                <a:ea typeface="Arial"/>
                <a:cs typeface="Arial"/>
              </a:rPr>
              <a:t>Inner Identity</a:t>
            </a:r>
          </a:p>
        </p:txBody>
      </p:sp>
      <p:sp>
        <p:nvSpPr>
          <p:cNvPr id="34" name="">
            <a:extLst xmlns:a="http://schemas.openxmlformats.org/drawingml/2006/main">
              <a:ext uri="{FF2B5EF4-FFF2-40B4-BE49-F238E27FC236}">
                <a16:creationId xmlns:a16="http://schemas.microsoft.com/office/drawing/2014/main" id="{704A7E00-87C8-45CC-9BC3-BCA373383988}"/>
              </a:ext>
            </a:extLst>
          </p:cNvPr>
          <p:cNvSpPr>
            <a:spLocks xmlns:a="http://schemas.openxmlformats.org/drawingml/2006/main" noGrp="1"/>
          </p:cNvSpPr>
          <p:nvPr/>
        </p:nvSpPr>
        <p:spPr>
          <a:xfrm xmlns:a="http://schemas.openxmlformats.org/drawingml/2006/main">
            <a:off x="6905625" y="2381250"/>
            <a:ext cx="4476750" cy="895350"/>
          </a:xfrm>
          <a:prstGeom xmlns:a="http://schemas.openxmlformats.org/drawingml/2006/main" prst="roundRect">
            <a:avLst>
              <a:gd name="adj" fmla="val 17021"/>
            </a:avLst>
          </a:prstGeom>
          <a:solidFill xmlns:a="http://schemas.openxmlformats.org/drawingml/2006/main">
            <a:srgbClr val="F5F5F5"/>
          </a:solidFill>
          <a:ln xmlns:a="http://schemas.openxmlformats.org/drawingml/2006/main" w="19050">
            <a:solidFill>
              <a:srgbClr val="111111"/>
            </a:solidFill>
            <a:prstDash val="solid"/>
          </a:ln>
        </p:spPr>
        <p:txBody>
          <a:bodyPr xmlns:a="http://schemas.openxmlformats.org/drawingml/2006/main" lIns="76200" tIns="38100" rIns="76200" bIns="38100" anchor="ctr"/>
          <a:lstStyle xmlns:a="http://schemas.openxmlformats.org/drawingml/2006/main"/>
          <a:p xmlns:a="http://schemas.openxmlformats.org/drawingml/2006/main">
            <a:pPr algn="ctr">
              <a:defRPr sz="2175" b="1">
                <a:solidFill>
                  <a:srgbClr val="111111"/>
                </a:solidFill>
                <a:latin typeface="Arial"/>
                <a:ea typeface="Arial"/>
                <a:cs typeface="Arial"/>
              </a:defRPr>
            </a:pPr>
            <a:r>
              <a:rPr sz="2175" b="1">
                <a:solidFill>
                  <a:srgbClr val="111111"/>
                </a:solidFill>
                <a:latin typeface="Arial"/>
                <a:ea typeface="Arial"/>
                <a:cs typeface="Arial"/>
              </a:rPr>
              <a:t>Identity Passport</a:t>
            </a:r>
          </a:p>
        </p:txBody>
      </p:sp>
      <p:sp>
        <p:nvSpPr>
          <p:cNvPr id="35" name="">
            <a:extLst xmlns:a="http://schemas.openxmlformats.org/drawingml/2006/main">
              <a:ext uri="{FF2B5EF4-FFF2-40B4-BE49-F238E27FC236}">
                <a16:creationId xmlns:a16="http://schemas.microsoft.com/office/drawing/2014/main" id="{2342DA00-D87C-4EDB-A9D0-8DCE8CD2E470}"/>
              </a:ext>
            </a:extLst>
          </p:cNvPr>
          <p:cNvSpPr>
            <a:spLocks xmlns:a="http://schemas.openxmlformats.org/drawingml/2006/main" noGrp="1"/>
          </p:cNvSpPr>
          <p:nvPr/>
        </p:nvSpPr>
        <p:spPr>
          <a:xfrm xmlns:a="http://schemas.openxmlformats.org/drawingml/2006/main">
            <a:off x="12287250" y="2381250"/>
            <a:ext cx="4476750" cy="895350"/>
          </a:xfrm>
          <a:prstGeom xmlns:a="http://schemas.openxmlformats.org/drawingml/2006/main" prst="roundRect">
            <a:avLst>
              <a:gd name="adj" fmla="val 17021"/>
            </a:avLst>
          </a:prstGeom>
          <a:solidFill xmlns:a="http://schemas.openxmlformats.org/drawingml/2006/main">
            <a:srgbClr val="DFF5EE"/>
          </a:solidFill>
          <a:ln xmlns:a="http://schemas.openxmlformats.org/drawingml/2006/main" w="19050">
            <a:solidFill>
              <a:srgbClr val="111111"/>
            </a:solidFill>
            <a:prstDash val="solid"/>
          </a:ln>
        </p:spPr>
        <p:txBody>
          <a:bodyPr xmlns:a="http://schemas.openxmlformats.org/drawingml/2006/main" lIns="76200" tIns="38100" rIns="76200" bIns="38100" anchor="ctr"/>
          <a:lstStyle xmlns:a="http://schemas.openxmlformats.org/drawingml/2006/main"/>
          <a:p xmlns:a="http://schemas.openxmlformats.org/drawingml/2006/main">
            <a:pPr algn="ctr">
              <a:defRPr sz="2175" b="1">
                <a:solidFill>
                  <a:srgbClr val="111111"/>
                </a:solidFill>
                <a:latin typeface="Arial"/>
                <a:ea typeface="Arial"/>
                <a:cs typeface="Arial"/>
              </a:defRPr>
            </a:pPr>
            <a:r>
              <a:rPr sz="2175" b="1">
                <a:solidFill>
                  <a:srgbClr val="111111"/>
                </a:solidFill>
                <a:latin typeface="Arial"/>
                <a:ea typeface="Arial"/>
                <a:cs typeface="Arial"/>
              </a:rPr>
              <a:t>Demand Delivery</a:t>
            </a:r>
          </a:p>
        </p:txBody>
      </p:sp>
      <p:sp>
        <p:nvSpPr>
          <p:cNvPr id="36" name="">
            <a:extLst xmlns:a="http://schemas.openxmlformats.org/drawingml/2006/main">
              <a:ext uri="{FF2B5EF4-FFF2-40B4-BE49-F238E27FC236}">
                <a16:creationId xmlns:a16="http://schemas.microsoft.com/office/drawing/2014/main" id="{D5F5FAE3-D934-4B45-9F41-A35AF75F4B83}"/>
              </a:ext>
            </a:extLst>
          </p:cNvPr>
          <p:cNvSpPr>
            <a:spLocks xmlns:a="http://schemas.openxmlformats.org/drawingml/2006/main" noGrp="1"/>
          </p:cNvSpPr>
          <p:nvPr/>
        </p:nvSpPr>
        <p:spPr>
          <a:xfrm xmlns:a="http://schemas.openxmlformats.org/drawingml/2006/main">
            <a:off x="6191250" y="2724150"/>
            <a:ext cx="666750" cy="209550"/>
          </a:xfrm>
          <a:prstGeom xmlns:a="http://schemas.openxmlformats.org/drawingml/2006/main" prst="rightArrow">
            <a:avLst/>
          </a:prstGeom>
          <a:solidFill xmlns:a="http://schemas.openxmlformats.org/drawingml/2006/main">
            <a:srgbClr val="111111"/>
          </a:solidFill>
          <a:ln xmlns:a="http://schemas.openxmlformats.org/drawingml/2006/main" w="0">
            <a:solidFill>
              <a:srgbClr val="111111"/>
            </a:solidFill>
            <a:prstDash val="solid"/>
          </a:ln>
        </p:spPr>
      </p:sp>
      <p:sp>
        <p:nvSpPr>
          <p:cNvPr id="37" name="">
            <a:extLst xmlns:a="http://schemas.openxmlformats.org/drawingml/2006/main">
              <a:ext uri="{FF2B5EF4-FFF2-40B4-BE49-F238E27FC236}">
                <a16:creationId xmlns:a16="http://schemas.microsoft.com/office/drawing/2014/main" id="{BD603F2A-D8EB-47AB-98C9-93E334E7DF62}"/>
              </a:ext>
            </a:extLst>
          </p:cNvPr>
          <p:cNvSpPr>
            <a:spLocks xmlns:a="http://schemas.openxmlformats.org/drawingml/2006/main" noGrp="1"/>
          </p:cNvSpPr>
          <p:nvPr/>
        </p:nvSpPr>
        <p:spPr>
          <a:xfrm xmlns:a="http://schemas.openxmlformats.org/drawingml/2006/main">
            <a:off x="11572875" y="2724150"/>
            <a:ext cx="666750" cy="209550"/>
          </a:xfrm>
          <a:prstGeom xmlns:a="http://schemas.openxmlformats.org/drawingml/2006/main" prst="rightArrow">
            <a:avLst/>
          </a:prstGeom>
          <a:solidFill xmlns:a="http://schemas.openxmlformats.org/drawingml/2006/main">
            <a:srgbClr val="111111"/>
          </a:solidFill>
          <a:ln xmlns:a="http://schemas.openxmlformats.org/drawingml/2006/main" w="0">
            <a:solidFill>
              <a:srgbClr val="111111"/>
            </a:solidFill>
            <a:prstDash val="solid"/>
          </a:ln>
        </p:spPr>
      </p:sp>
      <p:sp>
        <p:nvSpPr>
          <p:cNvPr id="38" name="">
            <a:extLst xmlns:a="http://schemas.openxmlformats.org/drawingml/2006/main">
              <a:ext uri="{FF2B5EF4-FFF2-40B4-BE49-F238E27FC236}">
                <a16:creationId xmlns:a16="http://schemas.microsoft.com/office/drawing/2014/main" id="{9A3609BD-BA63-45A4-A6B8-4E0DF187C041}"/>
              </a:ext>
            </a:extLst>
          </p:cNvPr>
          <p:cNvSpPr>
            <a:spLocks xmlns:a="http://schemas.openxmlformats.org/drawingml/2006/main" noGrp="1"/>
          </p:cNvSpPr>
          <p:nvPr/>
        </p:nvSpPr>
        <p:spPr>
          <a:xfrm xmlns:a="http://schemas.openxmlformats.org/drawingml/2006/main">
            <a:off x="1714500" y="5095875"/>
            <a:ext cx="2333625" cy="666750"/>
          </a:xfrm>
          <a:prstGeom xmlns:a="http://schemas.openxmlformats.org/drawingml/2006/main" prst="roundRect">
            <a:avLst>
              <a:gd name="adj" fmla="val 22857"/>
            </a:avLst>
          </a:prstGeom>
          <a:solidFill xmlns:a="http://schemas.openxmlformats.org/drawingml/2006/main">
            <a:srgbClr val="FFFBEA"/>
          </a:solidFill>
          <a:ln xmlns:a="http://schemas.openxmlformats.org/drawingml/2006/main" w="19050">
            <a:solidFill>
              <a:srgbClr val="222222"/>
            </a:solidFill>
            <a:prstDash val="solid"/>
          </a:ln>
        </p:spPr>
        <p:txBody>
          <a:bodyPr xmlns:a="http://schemas.openxmlformats.org/drawingml/2006/main" lIns="76200" tIns="38100" rIns="76200" bIns="38100" anchor="ctr"/>
          <a:lstStyle xmlns:a="http://schemas.openxmlformats.org/drawingml/2006/main"/>
          <a:p xmlns:a="http://schemas.openxmlformats.org/drawingml/2006/main">
            <a:pPr algn="ctr">
              <a:defRPr sz="2175" b="1">
                <a:solidFill>
                  <a:srgbClr val="111111"/>
                </a:solidFill>
                <a:latin typeface="Arial"/>
                <a:ea typeface="Arial"/>
                <a:cs typeface="Arial"/>
              </a:defRPr>
            </a:pPr>
            <a:r>
              <a:rPr sz="2175" b="1">
                <a:solidFill>
                  <a:srgbClr val="111111"/>
                </a:solidFill>
                <a:latin typeface="Arial"/>
                <a:ea typeface="Arial"/>
                <a:cs typeface="Arial"/>
              </a:rPr>
              <a:t>daily memo</a:t>
            </a:r>
          </a:p>
        </p:txBody>
      </p:sp>
      <p:sp>
        <p:nvSpPr>
          <p:cNvPr id="39" name="">
            <a:extLst xmlns:a="http://schemas.openxmlformats.org/drawingml/2006/main">
              <a:ext uri="{FF2B5EF4-FFF2-40B4-BE49-F238E27FC236}">
                <a16:creationId xmlns:a16="http://schemas.microsoft.com/office/drawing/2014/main" id="{5B8ACD72-B330-4822-9ECE-A1BDF52CB27C}"/>
              </a:ext>
            </a:extLst>
          </p:cNvPr>
          <p:cNvSpPr>
            <a:spLocks xmlns:a="http://schemas.openxmlformats.org/drawingml/2006/main" noGrp="1"/>
          </p:cNvSpPr>
          <p:nvPr/>
        </p:nvSpPr>
        <p:spPr>
          <a:xfrm xmlns:a="http://schemas.openxmlformats.org/drawingml/2006/main">
            <a:off x="1714500" y="5905500"/>
            <a:ext cx="2333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1875" b="0" i="0">
                <a:solidFill>
                  <a:srgbClr val="66706D"/>
                </a:solidFill>
                <a:latin typeface="Arial"/>
                <a:ea typeface="Arial"/>
                <a:cs typeface="Arial"/>
              </a:defRPr>
            </a:pPr>
            <a:r>
              <a:rPr sz="1875" b="0" i="0">
                <a:solidFill>
                  <a:srgbClr val="66706D"/>
                </a:solidFill>
                <a:latin typeface="Arial"/>
                <a:ea typeface="Arial"/>
                <a:cs typeface="Arial"/>
              </a:rPr>
              <a:t>voice/photo/todo</a:t>
            </a:r>
          </a:p>
        </p:txBody>
      </p:sp>
      <p:sp>
        <p:nvSpPr>
          <p:cNvPr id="40" name="">
            <a:extLst xmlns:a="http://schemas.openxmlformats.org/drawingml/2006/main">
              <a:ext uri="{FF2B5EF4-FFF2-40B4-BE49-F238E27FC236}">
                <a16:creationId xmlns:a16="http://schemas.microsoft.com/office/drawing/2014/main" id="{F0E35EDB-CC74-46EF-8622-BABD7C61FDA5}"/>
              </a:ext>
            </a:extLst>
          </p:cNvPr>
          <p:cNvSpPr>
            <a:spLocks xmlns:a="http://schemas.openxmlformats.org/drawingml/2006/main" noGrp="1"/>
          </p:cNvSpPr>
          <p:nvPr/>
        </p:nvSpPr>
        <p:spPr>
          <a:xfrm xmlns:a="http://schemas.openxmlformats.org/drawingml/2006/main">
            <a:off x="4210050" y="5324475"/>
            <a:ext cx="523875" cy="209550"/>
          </a:xfrm>
          <a:prstGeom xmlns:a="http://schemas.openxmlformats.org/drawingml/2006/main" prst="rightArrow">
            <a:avLst/>
          </a:prstGeom>
          <a:solidFill xmlns:a="http://schemas.openxmlformats.org/drawingml/2006/main">
            <a:srgbClr val="111111"/>
          </a:solidFill>
          <a:ln xmlns:a="http://schemas.openxmlformats.org/drawingml/2006/main" w="0">
            <a:solidFill>
              <a:srgbClr val="111111"/>
            </a:solidFill>
            <a:prstDash val="solid"/>
          </a:ln>
        </p:spPr>
      </p:sp>
      <p:sp>
        <p:nvSpPr>
          <p:cNvPr id="41" name="">
            <a:extLst xmlns:a="http://schemas.openxmlformats.org/drawingml/2006/main">
              <a:ext uri="{FF2B5EF4-FFF2-40B4-BE49-F238E27FC236}">
                <a16:creationId xmlns:a16="http://schemas.microsoft.com/office/drawing/2014/main" id="{8CF93B76-6666-4E0D-B1F3-2F50A485510C}"/>
              </a:ext>
            </a:extLst>
          </p:cNvPr>
          <p:cNvSpPr>
            <a:spLocks xmlns:a="http://schemas.openxmlformats.org/drawingml/2006/main" noGrp="1"/>
          </p:cNvSpPr>
          <p:nvPr/>
        </p:nvSpPr>
        <p:spPr>
          <a:xfrm xmlns:a="http://schemas.openxmlformats.org/drawingml/2006/main">
            <a:off x="4857750" y="5095875"/>
            <a:ext cx="2333625" cy="666750"/>
          </a:xfrm>
          <a:prstGeom xmlns:a="http://schemas.openxmlformats.org/drawingml/2006/main" prst="roundRect">
            <a:avLst>
              <a:gd name="adj" fmla="val 22857"/>
            </a:avLst>
          </a:prstGeom>
          <a:solidFill xmlns:a="http://schemas.openxmlformats.org/drawingml/2006/main">
            <a:srgbClr val="FFFBEA"/>
          </a:solidFill>
          <a:ln xmlns:a="http://schemas.openxmlformats.org/drawingml/2006/main" w="19050">
            <a:solidFill>
              <a:srgbClr val="222222"/>
            </a:solidFill>
            <a:prstDash val="solid"/>
          </a:ln>
        </p:spPr>
        <p:txBody>
          <a:bodyPr xmlns:a="http://schemas.openxmlformats.org/drawingml/2006/main" lIns="76200" tIns="38100" rIns="76200" bIns="38100" anchor="ctr"/>
          <a:lstStyle xmlns:a="http://schemas.openxmlformats.org/drawingml/2006/main"/>
          <a:p xmlns:a="http://schemas.openxmlformats.org/drawingml/2006/main">
            <a:pPr algn="ctr">
              <a:defRPr sz="2175" b="1">
                <a:solidFill>
                  <a:srgbClr val="111111"/>
                </a:solidFill>
                <a:latin typeface="Arial"/>
                <a:ea typeface="Arial"/>
                <a:cs typeface="Arial"/>
              </a:defRPr>
            </a:pPr>
            <a:r>
              <a:rPr sz="2175" b="1">
                <a:solidFill>
                  <a:srgbClr val="111111"/>
                </a:solidFill>
                <a:latin typeface="Arial"/>
                <a:ea typeface="Arial"/>
                <a:cs typeface="Arial"/>
              </a:rPr>
              <a:t>skill extraction</a:t>
            </a:r>
          </a:p>
        </p:txBody>
      </p:sp>
      <p:sp>
        <p:nvSpPr>
          <p:cNvPr id="42" name="">
            <a:extLst xmlns:a="http://schemas.openxmlformats.org/drawingml/2006/main">
              <a:ext uri="{FF2B5EF4-FFF2-40B4-BE49-F238E27FC236}">
                <a16:creationId xmlns:a16="http://schemas.microsoft.com/office/drawing/2014/main" id="{FAACA763-94E8-4485-A385-C513E8D78108}"/>
              </a:ext>
            </a:extLst>
          </p:cNvPr>
          <p:cNvSpPr>
            <a:spLocks xmlns:a="http://schemas.openxmlformats.org/drawingml/2006/main" noGrp="1"/>
          </p:cNvSpPr>
          <p:nvPr/>
        </p:nvSpPr>
        <p:spPr>
          <a:xfrm xmlns:a="http://schemas.openxmlformats.org/drawingml/2006/main">
            <a:off x="4857750" y="5905500"/>
            <a:ext cx="2333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1875" b="0" i="0">
                <a:solidFill>
                  <a:srgbClr val="66706D"/>
                </a:solidFill>
                <a:latin typeface="Arial"/>
                <a:ea typeface="Arial"/>
                <a:cs typeface="Arial"/>
              </a:defRPr>
            </a:pPr>
            <a:r>
              <a:rPr sz="1875" b="0" i="0">
                <a:solidFill>
                  <a:srgbClr val="66706D"/>
                </a:solidFill>
                <a:latin typeface="Arial"/>
                <a:ea typeface="Arial"/>
                <a:cs typeface="Arial"/>
              </a:rPr>
              <a:t>name hidden competence</a:t>
            </a:r>
          </a:p>
        </p:txBody>
      </p:sp>
      <p:sp>
        <p:nvSpPr>
          <p:cNvPr id="43" name="">
            <a:extLst xmlns:a="http://schemas.openxmlformats.org/drawingml/2006/main">
              <a:ext uri="{FF2B5EF4-FFF2-40B4-BE49-F238E27FC236}">
                <a16:creationId xmlns:a16="http://schemas.microsoft.com/office/drawing/2014/main" id="{0BFAD784-EB70-4B93-9695-6E3302065F73}"/>
              </a:ext>
            </a:extLst>
          </p:cNvPr>
          <p:cNvSpPr>
            <a:spLocks xmlns:a="http://schemas.openxmlformats.org/drawingml/2006/main" noGrp="1"/>
          </p:cNvSpPr>
          <p:nvPr/>
        </p:nvSpPr>
        <p:spPr>
          <a:xfrm xmlns:a="http://schemas.openxmlformats.org/drawingml/2006/main">
            <a:off x="7353300" y="5324475"/>
            <a:ext cx="523875" cy="209550"/>
          </a:xfrm>
          <a:prstGeom xmlns:a="http://schemas.openxmlformats.org/drawingml/2006/main" prst="rightArrow">
            <a:avLst/>
          </a:prstGeom>
          <a:solidFill xmlns:a="http://schemas.openxmlformats.org/drawingml/2006/main">
            <a:srgbClr val="111111"/>
          </a:solidFill>
          <a:ln xmlns:a="http://schemas.openxmlformats.org/drawingml/2006/main" w="0">
            <a:solidFill>
              <a:srgbClr val="111111"/>
            </a:solidFill>
            <a:prstDash val="solid"/>
          </a:ln>
        </p:spPr>
      </p:sp>
      <p:sp>
        <p:nvSpPr>
          <p:cNvPr id="44" name="">
            <a:extLst xmlns:a="http://schemas.openxmlformats.org/drawingml/2006/main">
              <a:ext uri="{FF2B5EF4-FFF2-40B4-BE49-F238E27FC236}">
                <a16:creationId xmlns:a16="http://schemas.microsoft.com/office/drawing/2014/main" id="{BD4D7A4C-C41F-429A-98D4-AFDFBBB41AE1}"/>
              </a:ext>
            </a:extLst>
          </p:cNvPr>
          <p:cNvSpPr>
            <a:spLocks xmlns:a="http://schemas.openxmlformats.org/drawingml/2006/main" noGrp="1"/>
          </p:cNvSpPr>
          <p:nvPr/>
        </p:nvSpPr>
        <p:spPr>
          <a:xfrm xmlns:a="http://schemas.openxmlformats.org/drawingml/2006/main">
            <a:off x="8001000" y="5095875"/>
            <a:ext cx="2333625" cy="666750"/>
          </a:xfrm>
          <a:prstGeom xmlns:a="http://schemas.openxmlformats.org/drawingml/2006/main" prst="roundRect">
            <a:avLst>
              <a:gd name="adj" fmla="val 22857"/>
            </a:avLst>
          </a:prstGeom>
          <a:solidFill xmlns:a="http://schemas.openxmlformats.org/drawingml/2006/main">
            <a:srgbClr val="FFFFFF"/>
          </a:solidFill>
          <a:ln xmlns:a="http://schemas.openxmlformats.org/drawingml/2006/main" w="19050">
            <a:solidFill>
              <a:srgbClr val="222222"/>
            </a:solidFill>
            <a:prstDash val="solid"/>
          </a:ln>
        </p:spPr>
        <p:txBody>
          <a:bodyPr xmlns:a="http://schemas.openxmlformats.org/drawingml/2006/main" lIns="76200" tIns="38100" rIns="76200" bIns="38100" anchor="ctr"/>
          <a:lstStyle xmlns:a="http://schemas.openxmlformats.org/drawingml/2006/main"/>
          <a:p xmlns:a="http://schemas.openxmlformats.org/drawingml/2006/main">
            <a:pPr algn="ctr">
              <a:defRPr sz="2175" b="1">
                <a:solidFill>
                  <a:srgbClr val="111111"/>
                </a:solidFill>
                <a:latin typeface="Arial"/>
                <a:ea typeface="Arial"/>
                <a:cs typeface="Arial"/>
              </a:defRPr>
            </a:pPr>
            <a:r>
              <a:rPr sz="2175" b="1">
                <a:solidFill>
                  <a:srgbClr val="111111"/>
                </a:solidFill>
                <a:latin typeface="Arial"/>
                <a:ea typeface="Arial"/>
                <a:cs typeface="Arial"/>
              </a:rPr>
              <a:t>evidence portfolio</a:t>
            </a:r>
          </a:p>
        </p:txBody>
      </p:sp>
      <p:sp>
        <p:nvSpPr>
          <p:cNvPr id="45" name="">
            <a:extLst xmlns:a="http://schemas.openxmlformats.org/drawingml/2006/main">
              <a:ext uri="{FF2B5EF4-FFF2-40B4-BE49-F238E27FC236}">
                <a16:creationId xmlns:a16="http://schemas.microsoft.com/office/drawing/2014/main" id="{EF1317AE-27A2-4866-925E-24492A7D0B6D}"/>
              </a:ext>
            </a:extLst>
          </p:cNvPr>
          <p:cNvSpPr>
            <a:spLocks xmlns:a="http://schemas.openxmlformats.org/drawingml/2006/main" noGrp="1"/>
          </p:cNvSpPr>
          <p:nvPr/>
        </p:nvSpPr>
        <p:spPr>
          <a:xfrm xmlns:a="http://schemas.openxmlformats.org/drawingml/2006/main">
            <a:off x="8001000" y="5905500"/>
            <a:ext cx="2333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1875" b="0" i="0">
                <a:solidFill>
                  <a:srgbClr val="66706D"/>
                </a:solidFill>
                <a:latin typeface="Arial"/>
                <a:ea typeface="Arial"/>
                <a:cs typeface="Arial"/>
              </a:defRPr>
            </a:pPr>
            <a:r>
              <a:rPr sz="1875" b="0" i="0">
                <a:solidFill>
                  <a:srgbClr val="66706D"/>
                </a:solidFill>
                <a:latin typeface="Arial"/>
                <a:ea typeface="Arial"/>
                <a:cs typeface="Arial"/>
              </a:rPr>
              <a:t>cases + tags + availability</a:t>
            </a:r>
          </a:p>
        </p:txBody>
      </p:sp>
      <p:sp>
        <p:nvSpPr>
          <p:cNvPr id="46" name="">
            <a:extLst xmlns:a="http://schemas.openxmlformats.org/drawingml/2006/main">
              <a:ext uri="{FF2B5EF4-FFF2-40B4-BE49-F238E27FC236}">
                <a16:creationId xmlns:a16="http://schemas.microsoft.com/office/drawing/2014/main" id="{F5F33CDC-D380-403B-B82D-4481C5BD85FF}"/>
              </a:ext>
            </a:extLst>
          </p:cNvPr>
          <p:cNvSpPr>
            <a:spLocks xmlns:a="http://schemas.openxmlformats.org/drawingml/2006/main" noGrp="1"/>
          </p:cNvSpPr>
          <p:nvPr/>
        </p:nvSpPr>
        <p:spPr>
          <a:xfrm xmlns:a="http://schemas.openxmlformats.org/drawingml/2006/main">
            <a:off x="10496550" y="5324475"/>
            <a:ext cx="523875" cy="209550"/>
          </a:xfrm>
          <a:prstGeom xmlns:a="http://schemas.openxmlformats.org/drawingml/2006/main" prst="rightArrow">
            <a:avLst/>
          </a:prstGeom>
          <a:solidFill xmlns:a="http://schemas.openxmlformats.org/drawingml/2006/main">
            <a:srgbClr val="111111"/>
          </a:solidFill>
          <a:ln xmlns:a="http://schemas.openxmlformats.org/drawingml/2006/main" w="0">
            <a:solidFill>
              <a:srgbClr val="111111"/>
            </a:solidFill>
            <a:prstDash val="solid"/>
          </a:ln>
        </p:spPr>
      </p:sp>
      <p:sp>
        <p:nvSpPr>
          <p:cNvPr id="47" name="">
            <a:extLst xmlns:a="http://schemas.openxmlformats.org/drawingml/2006/main">
              <a:ext uri="{FF2B5EF4-FFF2-40B4-BE49-F238E27FC236}">
                <a16:creationId xmlns:a16="http://schemas.microsoft.com/office/drawing/2014/main" id="{3E146F21-B465-4F37-BCB9-631C48A929F3}"/>
              </a:ext>
            </a:extLst>
          </p:cNvPr>
          <p:cNvSpPr>
            <a:spLocks xmlns:a="http://schemas.openxmlformats.org/drawingml/2006/main" noGrp="1"/>
          </p:cNvSpPr>
          <p:nvPr/>
        </p:nvSpPr>
        <p:spPr>
          <a:xfrm xmlns:a="http://schemas.openxmlformats.org/drawingml/2006/main">
            <a:off x="11144250" y="5095875"/>
            <a:ext cx="2333625" cy="666750"/>
          </a:xfrm>
          <a:prstGeom xmlns:a="http://schemas.openxmlformats.org/drawingml/2006/main" prst="roundRect">
            <a:avLst>
              <a:gd name="adj" fmla="val 22857"/>
            </a:avLst>
          </a:prstGeom>
          <a:solidFill xmlns:a="http://schemas.openxmlformats.org/drawingml/2006/main">
            <a:srgbClr val="EDFDF7"/>
          </a:solidFill>
          <a:ln xmlns:a="http://schemas.openxmlformats.org/drawingml/2006/main" w="19050">
            <a:solidFill>
              <a:srgbClr val="222222"/>
            </a:solidFill>
            <a:prstDash val="solid"/>
          </a:ln>
        </p:spPr>
        <p:txBody>
          <a:bodyPr xmlns:a="http://schemas.openxmlformats.org/drawingml/2006/main" lIns="76200" tIns="38100" rIns="76200" bIns="38100" anchor="ctr"/>
          <a:lstStyle xmlns:a="http://schemas.openxmlformats.org/drawingml/2006/main"/>
          <a:p xmlns:a="http://schemas.openxmlformats.org/drawingml/2006/main">
            <a:pPr algn="ctr">
              <a:defRPr sz="2175" b="1">
                <a:solidFill>
                  <a:srgbClr val="111111"/>
                </a:solidFill>
                <a:latin typeface="Arial"/>
                <a:ea typeface="Arial"/>
                <a:cs typeface="Arial"/>
              </a:defRPr>
            </a:pPr>
            <a:r>
              <a:rPr sz="2175" b="1">
                <a:solidFill>
                  <a:srgbClr val="111111"/>
                </a:solidFill>
                <a:latin typeface="Arial"/>
                <a:ea typeface="Arial"/>
                <a:cs typeface="Arial"/>
              </a:rPr>
              <a:t>market packaging</a:t>
            </a:r>
          </a:p>
        </p:txBody>
      </p:sp>
      <p:sp>
        <p:nvSpPr>
          <p:cNvPr id="48" name="">
            <a:extLst xmlns:a="http://schemas.openxmlformats.org/drawingml/2006/main">
              <a:ext uri="{FF2B5EF4-FFF2-40B4-BE49-F238E27FC236}">
                <a16:creationId xmlns:a16="http://schemas.microsoft.com/office/drawing/2014/main" id="{1B0D2AF6-0AE3-46CB-8A89-D4D206131EDC}"/>
              </a:ext>
            </a:extLst>
          </p:cNvPr>
          <p:cNvSpPr>
            <a:spLocks xmlns:a="http://schemas.openxmlformats.org/drawingml/2006/main" noGrp="1"/>
          </p:cNvSpPr>
          <p:nvPr/>
        </p:nvSpPr>
        <p:spPr>
          <a:xfrm xmlns:a="http://schemas.openxmlformats.org/drawingml/2006/main">
            <a:off x="11144250" y="5905500"/>
            <a:ext cx="2333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1875" b="0" i="0">
                <a:solidFill>
                  <a:srgbClr val="66706D"/>
                </a:solidFill>
                <a:latin typeface="Arial"/>
                <a:ea typeface="Arial"/>
                <a:cs typeface="Arial"/>
              </a:defRPr>
            </a:pPr>
            <a:r>
              <a:rPr sz="1875" b="0" i="0">
                <a:solidFill>
                  <a:srgbClr val="66706D"/>
                </a:solidFill>
                <a:latin typeface="Arial"/>
                <a:ea typeface="Arial"/>
                <a:cs typeface="Arial"/>
              </a:rPr>
              <a:t>service/content/product</a:t>
            </a:r>
          </a:p>
        </p:txBody>
      </p:sp>
      <p:sp>
        <p:nvSpPr>
          <p:cNvPr id="49" name="">
            <a:extLst xmlns:a="http://schemas.openxmlformats.org/drawingml/2006/main">
              <a:ext uri="{FF2B5EF4-FFF2-40B4-BE49-F238E27FC236}">
                <a16:creationId xmlns:a16="http://schemas.microsoft.com/office/drawing/2014/main" id="{8B91B652-AF7E-47A0-98B3-EF16B1ABE18B}"/>
              </a:ext>
            </a:extLst>
          </p:cNvPr>
          <p:cNvSpPr>
            <a:spLocks xmlns:a="http://schemas.openxmlformats.org/drawingml/2006/main" noGrp="1"/>
          </p:cNvSpPr>
          <p:nvPr/>
        </p:nvSpPr>
        <p:spPr>
          <a:xfrm xmlns:a="http://schemas.openxmlformats.org/drawingml/2006/main">
            <a:off x="13639800" y="5324475"/>
            <a:ext cx="523875" cy="209550"/>
          </a:xfrm>
          <a:prstGeom xmlns:a="http://schemas.openxmlformats.org/drawingml/2006/main" prst="rightArrow">
            <a:avLst/>
          </a:prstGeom>
          <a:solidFill xmlns:a="http://schemas.openxmlformats.org/drawingml/2006/main">
            <a:srgbClr val="111111"/>
          </a:solidFill>
          <a:ln xmlns:a="http://schemas.openxmlformats.org/drawingml/2006/main" w="0">
            <a:solidFill>
              <a:srgbClr val="111111"/>
            </a:solidFill>
            <a:prstDash val="solid"/>
          </a:ln>
        </p:spPr>
      </p:sp>
      <p:sp>
        <p:nvSpPr>
          <p:cNvPr id="50" name="">
            <a:extLst xmlns:a="http://schemas.openxmlformats.org/drawingml/2006/main">
              <a:ext uri="{FF2B5EF4-FFF2-40B4-BE49-F238E27FC236}">
                <a16:creationId xmlns:a16="http://schemas.microsoft.com/office/drawing/2014/main" id="{AF69D57B-777C-463A-BDC5-1A4C344EB48F}"/>
              </a:ext>
            </a:extLst>
          </p:cNvPr>
          <p:cNvSpPr>
            <a:spLocks xmlns:a="http://schemas.openxmlformats.org/drawingml/2006/main" noGrp="1"/>
          </p:cNvSpPr>
          <p:nvPr/>
        </p:nvSpPr>
        <p:spPr>
          <a:xfrm xmlns:a="http://schemas.openxmlformats.org/drawingml/2006/main">
            <a:off x="14287500" y="5095875"/>
            <a:ext cx="2333625" cy="666750"/>
          </a:xfrm>
          <a:prstGeom xmlns:a="http://schemas.openxmlformats.org/drawingml/2006/main" prst="roundRect">
            <a:avLst>
              <a:gd name="adj" fmla="val 22857"/>
            </a:avLst>
          </a:prstGeom>
          <a:solidFill xmlns:a="http://schemas.openxmlformats.org/drawingml/2006/main">
            <a:srgbClr val="EDFDF7"/>
          </a:solidFill>
          <a:ln xmlns:a="http://schemas.openxmlformats.org/drawingml/2006/main" w="19050">
            <a:solidFill>
              <a:srgbClr val="222222"/>
            </a:solidFill>
            <a:prstDash val="solid"/>
          </a:ln>
        </p:spPr>
        <p:txBody>
          <a:bodyPr xmlns:a="http://schemas.openxmlformats.org/drawingml/2006/main" lIns="76200" tIns="38100" rIns="76200" bIns="38100" anchor="ctr"/>
          <a:lstStyle xmlns:a="http://schemas.openxmlformats.org/drawingml/2006/main"/>
          <a:p xmlns:a="http://schemas.openxmlformats.org/drawingml/2006/main">
            <a:pPr algn="ctr">
              <a:defRPr sz="2175" b="1">
                <a:solidFill>
                  <a:srgbClr val="111111"/>
                </a:solidFill>
                <a:latin typeface="Arial"/>
                <a:ea typeface="Arial"/>
                <a:cs typeface="Arial"/>
              </a:defRPr>
            </a:pPr>
            <a:r>
              <a:rPr sz="2175" b="1">
                <a:solidFill>
                  <a:srgbClr val="111111"/>
                </a:solidFill>
                <a:latin typeface="Arial"/>
                <a:ea typeface="Arial"/>
                <a:cs typeface="Arial"/>
              </a:rPr>
              <a:t>local matching</a:t>
            </a:r>
          </a:p>
        </p:txBody>
      </p:sp>
      <p:sp>
        <p:nvSpPr>
          <p:cNvPr id="51" name="">
            <a:extLst xmlns:a="http://schemas.openxmlformats.org/drawingml/2006/main">
              <a:ext uri="{FF2B5EF4-FFF2-40B4-BE49-F238E27FC236}">
                <a16:creationId xmlns:a16="http://schemas.microsoft.com/office/drawing/2014/main" id="{5E1D9369-629F-41BB-942B-EBB598F7EA2F}"/>
              </a:ext>
            </a:extLst>
          </p:cNvPr>
          <p:cNvSpPr>
            <a:spLocks xmlns:a="http://schemas.openxmlformats.org/drawingml/2006/main" noGrp="1"/>
          </p:cNvSpPr>
          <p:nvPr/>
        </p:nvSpPr>
        <p:spPr>
          <a:xfrm xmlns:a="http://schemas.openxmlformats.org/drawingml/2006/main">
            <a:off x="14287500" y="5905500"/>
            <a:ext cx="2333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1875" b="0" i="0">
                <a:solidFill>
                  <a:srgbClr val="66706D"/>
                </a:solidFill>
                <a:latin typeface="Arial"/>
                <a:ea typeface="Arial"/>
                <a:cs typeface="Arial"/>
              </a:defRPr>
            </a:pPr>
            <a:r>
              <a:rPr sz="1875" b="0" i="0">
                <a:solidFill>
                  <a:srgbClr val="66706D"/>
                </a:solidFill>
                <a:latin typeface="Arial"/>
                <a:ea typeface="Arial"/>
                <a:cs typeface="Arial"/>
              </a:rPr>
              <a:t>orders + feedback</a:t>
            </a:r>
          </a:p>
        </p:txBody>
      </p:sp>
      <p:sp>
        <p:nvSpPr>
          <p:cNvPr id="52" name="">
            <a:extLst xmlns:a="http://schemas.openxmlformats.org/drawingml/2006/main">
              <a:ext uri="{FF2B5EF4-FFF2-40B4-BE49-F238E27FC236}">
                <a16:creationId xmlns:a16="http://schemas.microsoft.com/office/drawing/2014/main" id="{24999846-48E7-40DD-818C-A791CD660D32}"/>
              </a:ext>
            </a:extLst>
          </p:cNvPr>
          <p:cNvSpPr>
            <a:spLocks xmlns:a="http://schemas.openxmlformats.org/drawingml/2006/main" noGrp="1"/>
          </p:cNvSpPr>
          <p:nvPr/>
        </p:nvSpPr>
        <p:spPr>
          <a:xfrm xmlns:a="http://schemas.openxmlformats.org/drawingml/2006/main">
            <a:off x="13525500" y="96583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r">
              <a:lnSpc>
                <a:spcPct val="108000"/>
              </a:lnSpc>
              <a:buNone/>
              <a:defRPr sz="1575" b="0" i="0">
                <a:solidFill>
                  <a:srgbClr val="777777"/>
                </a:solidFill>
                <a:latin typeface="Arial"/>
                <a:ea typeface="Arial"/>
                <a:cs typeface="Arial"/>
              </a:defRPr>
            </a:pPr>
            <a:r>
              <a:rPr sz="1575" b="0" i="0">
                <a:solidFill>
                  <a:srgbClr val="777777"/>
                </a:solidFill>
                <a:latin typeface="Arial"/>
                <a:ea typeface="Arial"/>
                <a:cs typeface="Arial"/>
              </a:rPr>
              <a:t>Time: 1:15-2:05 | Slide 3/8</a:t>
            </a:r>
          </a:p>
        </p:txBody>
      </p:sp>
      <p:sp>
        <p:nvSpPr>
          <p:cNvPr id="53" name="">
            <a:extLst xmlns:a="http://schemas.openxmlformats.org/drawingml/2006/main">
              <a:ext uri="{FF2B5EF4-FFF2-40B4-BE49-F238E27FC236}">
                <a16:creationId xmlns:a16="http://schemas.microsoft.com/office/drawing/2014/main" id="{A4D15053-41B5-497D-A39B-7E21BAA657D5}"/>
              </a:ext>
            </a:extLst>
          </p:cNvPr>
          <p:cNvSpPr>
            <a:spLocks xmlns:a="http://schemas.openxmlformats.org/drawingml/2006/main" noGrp="1"/>
          </p:cNvSpPr>
          <p:nvPr/>
        </p:nvSpPr>
        <p:spPr>
          <a:xfrm xmlns:a="http://schemas.openxmlformats.org/drawingml/2006/main">
            <a:off x="1333500" y="96583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8000"/>
              </a:lnSpc>
              <a:buNone/>
              <a:defRPr sz="1575" b="0" i="0">
                <a:solidFill>
                  <a:srgbClr val="777777"/>
                </a:solidFill>
                <a:latin typeface="Arial"/>
                <a:ea typeface="Arial"/>
                <a:cs typeface="Arial"/>
              </a:defRPr>
            </a:pPr>
            <a:r>
              <a:rPr sz="1575" b="0" i="0">
                <a:solidFill>
                  <a:srgbClr val="777777"/>
                </a:solidFill>
                <a:latin typeface="Arial"/>
                <a:ea typeface="Arial"/>
                <a:cs typeface="Arial"/>
              </a:rPr>
              <a:t>IDBLOOM | BPA Topic 3 Labor Identity</a:t>
            </a:r>
          </a:p>
        </p:txBody>
      </p:sp>
    </p:spTree>
    <p:extLst>
      <p:ext uri="{BB962C8B-B14F-4D97-AF65-F5344CB8AC3E}">
        <p14:creationId xmlns:p14="http://schemas.microsoft.com/office/powerpoint/2010/main" val="21342191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DC72D677-B815-4317-8AFE-0F5AE247885E}"/>
              </a:ext>
            </a:extLst>
          </p:cNvPr>
          <p:cNvSpPr>
            <a:spLocks xmlns:a="http://schemas.openxmlformats.org/drawingml/2006/main" noGrp="1"/>
          </p:cNvSpPr>
          <p:nvPr/>
        </p:nvSpPr>
        <p:spPr>
          <a:xfrm xmlns:a="http://schemas.openxmlformats.org/drawingml/2006/main" rot="0" flipH="0" flipV="0">
            <a:off x="-1164241"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6405D163-8753-4031-AD30-877FCF49E45C}"/>
              </a:ext>
            </a:extLst>
          </p:cNvPr>
          <p:cNvSpPr>
            <a:spLocks xmlns:a="http://schemas.openxmlformats.org/drawingml/2006/main" noGrp="1"/>
          </p:cNvSpPr>
          <p:nvPr/>
        </p:nvSpPr>
        <p:spPr>
          <a:xfrm xmlns:a="http://schemas.openxmlformats.org/drawingml/2006/main" rot="0" flipH="0" flipV="0">
            <a:off x="1966412"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C6F2A457-E73D-4714-A293-5979225EE320}"/>
              </a:ext>
            </a:extLst>
          </p:cNvPr>
          <p:cNvSpPr>
            <a:spLocks xmlns:a="http://schemas.openxmlformats.org/drawingml/2006/main" noGrp="1"/>
          </p:cNvSpPr>
          <p:nvPr/>
        </p:nvSpPr>
        <p:spPr>
          <a:xfrm xmlns:a="http://schemas.openxmlformats.org/drawingml/2006/main" rot="0" flipH="0" flipV="0">
            <a:off x="5096686"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604713DB-5106-4421-B943-CCDD5955F42B}"/>
              </a:ext>
            </a:extLst>
          </p:cNvPr>
          <p:cNvSpPr>
            <a:spLocks xmlns:a="http://schemas.openxmlformats.org/drawingml/2006/main" noGrp="1"/>
          </p:cNvSpPr>
          <p:nvPr/>
        </p:nvSpPr>
        <p:spPr>
          <a:xfrm xmlns:a="http://schemas.openxmlformats.org/drawingml/2006/main" rot="0" flipH="0" flipV="0">
            <a:off x="8227339"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2FD0EA32-752C-408C-93D0-918AC89382F4}"/>
              </a:ext>
            </a:extLst>
          </p:cNvPr>
          <p:cNvSpPr>
            <a:spLocks xmlns:a="http://schemas.openxmlformats.org/drawingml/2006/main" noGrp="1"/>
          </p:cNvSpPr>
          <p:nvPr/>
        </p:nvSpPr>
        <p:spPr>
          <a:xfrm xmlns:a="http://schemas.openxmlformats.org/drawingml/2006/main" rot="0" flipH="0" flipV="0">
            <a:off x="11357613"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8" name="Freeform 8">
            <a:extLst xmlns:a="http://schemas.openxmlformats.org/drawingml/2006/main">
              <a:ext uri="{FF2B5EF4-FFF2-40B4-BE49-F238E27FC236}">
                <a16:creationId xmlns:a16="http://schemas.microsoft.com/office/drawing/2014/main" id="{6FA227E5-F578-4F94-8E3F-758CCC525DE0}"/>
              </a:ext>
            </a:extLst>
          </p:cNvPr>
          <p:cNvSpPr>
            <a:spLocks xmlns:a="http://schemas.openxmlformats.org/drawingml/2006/main" noGrp="1"/>
          </p:cNvSpPr>
          <p:nvPr/>
        </p:nvSpPr>
        <p:spPr>
          <a:xfrm xmlns:a="http://schemas.openxmlformats.org/drawingml/2006/main" rot="0" flipH="0" flipV="0">
            <a:off x="14488267"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ED70BA82-D1E8-43A6-BABF-20C5244F2A6D}"/>
              </a:ext>
            </a:extLst>
          </p:cNvPr>
          <p:cNvSpPr>
            <a:spLocks xmlns:a="http://schemas.openxmlformats.org/drawingml/2006/main" noGrp="1"/>
          </p:cNvSpPr>
          <p:nvPr/>
        </p:nvSpPr>
        <p:spPr>
          <a:xfrm xmlns:a="http://schemas.openxmlformats.org/drawingml/2006/main" rot="0" flipH="0" flipV="0">
            <a:off x="17618540"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10" name="Freeform 10">
            <a:extLst xmlns:a="http://schemas.openxmlformats.org/drawingml/2006/main">
              <a:ext uri="{FF2B5EF4-FFF2-40B4-BE49-F238E27FC236}">
                <a16:creationId xmlns:a16="http://schemas.microsoft.com/office/drawing/2014/main" id="{E44E4D99-5DAB-420A-B3B3-591A0A91D6E6}"/>
              </a:ext>
            </a:extLst>
          </p:cNvPr>
          <p:cNvSpPr>
            <a:spLocks xmlns:a="http://schemas.openxmlformats.org/drawingml/2006/main" noGrp="1"/>
          </p:cNvSpPr>
          <p:nvPr/>
        </p:nvSpPr>
        <p:spPr>
          <a:xfrm xmlns:a="http://schemas.openxmlformats.org/drawingml/2006/main" rot="0" flipH="0" flipV="0">
            <a:off x="-1164051" y="2716009"/>
            <a:ext cx="2937839" cy="2937840"/>
          </a:xfrm>
          <a:custGeom xmlns:a="http://schemas.openxmlformats.org/drawingml/2006/main">
            <a:rect l="l" t="t" r="r" b="b"/>
            <a:pathLst>
              <a:path w="3917120" h="3917120">
                <a:moveTo>
                  <a:pt x="0" y="0"/>
                </a:moveTo>
                <a:lnTo>
                  <a:pt x="3917119" y="0"/>
                </a:lnTo>
                <a:lnTo>
                  <a:pt x="3917119" y="3917120"/>
                </a:lnTo>
                <a:lnTo>
                  <a:pt x="0" y="3917120"/>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11" name="Freeform 11">
            <a:extLst xmlns:a="http://schemas.openxmlformats.org/drawingml/2006/main">
              <a:ext uri="{FF2B5EF4-FFF2-40B4-BE49-F238E27FC236}">
                <a16:creationId xmlns:a16="http://schemas.microsoft.com/office/drawing/2014/main" id="{3976E4E5-C9D7-4C25-ADDC-1592FB342584}"/>
              </a:ext>
            </a:extLst>
          </p:cNvPr>
          <p:cNvSpPr>
            <a:spLocks xmlns:a="http://schemas.openxmlformats.org/drawingml/2006/main" noGrp="1"/>
          </p:cNvSpPr>
          <p:nvPr/>
        </p:nvSpPr>
        <p:spPr>
          <a:xfrm xmlns:a="http://schemas.openxmlformats.org/drawingml/2006/main" rot="0" flipH="0" flipV="0">
            <a:off x="1966603" y="271600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12" name="Freeform 12">
            <a:extLst xmlns:a="http://schemas.openxmlformats.org/drawingml/2006/main">
              <a:ext uri="{FF2B5EF4-FFF2-40B4-BE49-F238E27FC236}">
                <a16:creationId xmlns:a16="http://schemas.microsoft.com/office/drawing/2014/main" id="{04E09417-DA48-4A6D-81E4-FA70F9527FB4}"/>
              </a:ext>
            </a:extLst>
          </p:cNvPr>
          <p:cNvSpPr>
            <a:spLocks xmlns:a="http://schemas.openxmlformats.org/drawingml/2006/main" noGrp="1"/>
          </p:cNvSpPr>
          <p:nvPr/>
        </p:nvSpPr>
        <p:spPr>
          <a:xfrm xmlns:a="http://schemas.openxmlformats.org/drawingml/2006/main" rot="0" flipH="0" flipV="0">
            <a:off x="5096876" y="271600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13" name="Freeform 13">
            <a:extLst xmlns:a="http://schemas.openxmlformats.org/drawingml/2006/main">
              <a:ext uri="{FF2B5EF4-FFF2-40B4-BE49-F238E27FC236}">
                <a16:creationId xmlns:a16="http://schemas.microsoft.com/office/drawing/2014/main" id="{D7D4B2B2-B068-45B9-B723-F5B5C996BB03}"/>
              </a:ext>
            </a:extLst>
          </p:cNvPr>
          <p:cNvSpPr>
            <a:spLocks xmlns:a="http://schemas.openxmlformats.org/drawingml/2006/main" noGrp="1"/>
          </p:cNvSpPr>
          <p:nvPr/>
        </p:nvSpPr>
        <p:spPr>
          <a:xfrm xmlns:a="http://schemas.openxmlformats.org/drawingml/2006/main" rot="0" flipH="0" flipV="0">
            <a:off x="8227530" y="271600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14" name="Freeform 14">
            <a:extLst xmlns:a="http://schemas.openxmlformats.org/drawingml/2006/main">
              <a:ext uri="{FF2B5EF4-FFF2-40B4-BE49-F238E27FC236}">
                <a16:creationId xmlns:a16="http://schemas.microsoft.com/office/drawing/2014/main" id="{99976374-AB30-4E4D-807C-AA821FB14D06}"/>
              </a:ext>
            </a:extLst>
          </p:cNvPr>
          <p:cNvSpPr>
            <a:spLocks xmlns:a="http://schemas.openxmlformats.org/drawingml/2006/main" noGrp="1"/>
          </p:cNvSpPr>
          <p:nvPr/>
        </p:nvSpPr>
        <p:spPr>
          <a:xfrm xmlns:a="http://schemas.openxmlformats.org/drawingml/2006/main" rot="0" flipH="0" flipV="0">
            <a:off x="11357803" y="271600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15" name="Freeform 15">
            <a:extLst xmlns:a="http://schemas.openxmlformats.org/drawingml/2006/main">
              <a:ext uri="{FF2B5EF4-FFF2-40B4-BE49-F238E27FC236}">
                <a16:creationId xmlns:a16="http://schemas.microsoft.com/office/drawing/2014/main" id="{6A1930DB-4430-4C71-A3D4-49D8BEDDDE36}"/>
              </a:ext>
            </a:extLst>
          </p:cNvPr>
          <p:cNvSpPr>
            <a:spLocks xmlns:a="http://schemas.openxmlformats.org/drawingml/2006/main" noGrp="1"/>
          </p:cNvSpPr>
          <p:nvPr/>
        </p:nvSpPr>
        <p:spPr>
          <a:xfrm xmlns:a="http://schemas.openxmlformats.org/drawingml/2006/main" rot="0" flipH="0" flipV="0">
            <a:off x="14488457" y="271600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16" name="Freeform 16">
            <a:extLst xmlns:a="http://schemas.openxmlformats.org/drawingml/2006/main">
              <a:ext uri="{FF2B5EF4-FFF2-40B4-BE49-F238E27FC236}">
                <a16:creationId xmlns:a16="http://schemas.microsoft.com/office/drawing/2014/main" id="{F7FC873F-9674-4C21-91DB-AAC61E446E8F}"/>
              </a:ext>
            </a:extLst>
          </p:cNvPr>
          <p:cNvSpPr>
            <a:spLocks xmlns:a="http://schemas.openxmlformats.org/drawingml/2006/main" noGrp="1"/>
          </p:cNvSpPr>
          <p:nvPr/>
        </p:nvSpPr>
        <p:spPr>
          <a:xfrm xmlns:a="http://schemas.openxmlformats.org/drawingml/2006/main" rot="0" flipH="0" flipV="0">
            <a:off x="17618731" y="271600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17" name="Freeform 17">
            <a:extLst xmlns:a="http://schemas.openxmlformats.org/drawingml/2006/main">
              <a:ext uri="{FF2B5EF4-FFF2-40B4-BE49-F238E27FC236}">
                <a16:creationId xmlns:a16="http://schemas.microsoft.com/office/drawing/2014/main" id="{B9DB5CF4-7AF2-47E4-8FA0-CA7BFA31B0CF}"/>
              </a:ext>
            </a:extLst>
          </p:cNvPr>
          <p:cNvSpPr>
            <a:spLocks xmlns:a="http://schemas.openxmlformats.org/drawingml/2006/main" noGrp="1"/>
          </p:cNvSpPr>
          <p:nvPr/>
        </p:nvSpPr>
        <p:spPr>
          <a:xfrm xmlns:a="http://schemas.openxmlformats.org/drawingml/2006/main" rot="0" flipH="0" flipV="0">
            <a:off x="-1163957" y="5824902"/>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18" name="Freeform 18">
            <a:extLst xmlns:a="http://schemas.openxmlformats.org/drawingml/2006/main">
              <a:ext uri="{FF2B5EF4-FFF2-40B4-BE49-F238E27FC236}">
                <a16:creationId xmlns:a16="http://schemas.microsoft.com/office/drawing/2014/main" id="{05E18E98-FEBE-4377-A543-E79CD233CE24}"/>
              </a:ext>
            </a:extLst>
          </p:cNvPr>
          <p:cNvSpPr>
            <a:spLocks xmlns:a="http://schemas.openxmlformats.org/drawingml/2006/main" noGrp="1"/>
          </p:cNvSpPr>
          <p:nvPr/>
        </p:nvSpPr>
        <p:spPr>
          <a:xfrm xmlns:a="http://schemas.openxmlformats.org/drawingml/2006/main" rot="0" flipH="0" flipV="0">
            <a:off x="1966698" y="5824902"/>
            <a:ext cx="2937839" cy="2937840"/>
          </a:xfrm>
          <a:custGeom xmlns:a="http://schemas.openxmlformats.org/drawingml/2006/main">
            <a:rect l="l" t="t" r="r" b="b"/>
            <a:pathLst>
              <a:path w="3917120" h="3917120">
                <a:moveTo>
                  <a:pt x="0" y="0"/>
                </a:moveTo>
                <a:lnTo>
                  <a:pt x="3917119" y="0"/>
                </a:lnTo>
                <a:lnTo>
                  <a:pt x="3917119" y="3917119"/>
                </a:lnTo>
                <a:lnTo>
                  <a:pt x="0" y="3917119"/>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19" name="Freeform 19">
            <a:extLst xmlns:a="http://schemas.openxmlformats.org/drawingml/2006/main">
              <a:ext uri="{FF2B5EF4-FFF2-40B4-BE49-F238E27FC236}">
                <a16:creationId xmlns:a16="http://schemas.microsoft.com/office/drawing/2014/main" id="{5AF00BFB-4EAD-4618-8FE2-F7EE41014BE9}"/>
              </a:ext>
            </a:extLst>
          </p:cNvPr>
          <p:cNvSpPr>
            <a:spLocks xmlns:a="http://schemas.openxmlformats.org/drawingml/2006/main" noGrp="1"/>
          </p:cNvSpPr>
          <p:nvPr/>
        </p:nvSpPr>
        <p:spPr>
          <a:xfrm xmlns:a="http://schemas.openxmlformats.org/drawingml/2006/main" rot="0" flipH="0" flipV="0">
            <a:off x="5096971" y="5824902"/>
            <a:ext cx="2937839" cy="2937840"/>
          </a:xfrm>
          <a:custGeom xmlns:a="http://schemas.openxmlformats.org/drawingml/2006/main">
            <a:rect l="l" t="t" r="r" b="b"/>
            <a:pathLst>
              <a:path w="3917120" h="3917120">
                <a:moveTo>
                  <a:pt x="0" y="0"/>
                </a:moveTo>
                <a:lnTo>
                  <a:pt x="3917119" y="0"/>
                </a:lnTo>
                <a:lnTo>
                  <a:pt x="3917119" y="3917119"/>
                </a:lnTo>
                <a:lnTo>
                  <a:pt x="0" y="3917119"/>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20" name="Freeform 20">
            <a:extLst xmlns:a="http://schemas.openxmlformats.org/drawingml/2006/main">
              <a:ext uri="{FF2B5EF4-FFF2-40B4-BE49-F238E27FC236}">
                <a16:creationId xmlns:a16="http://schemas.microsoft.com/office/drawing/2014/main" id="{AD4F4CD7-5BE2-41DB-84EF-D3C481904796}"/>
              </a:ext>
            </a:extLst>
          </p:cNvPr>
          <p:cNvSpPr>
            <a:spLocks xmlns:a="http://schemas.openxmlformats.org/drawingml/2006/main" noGrp="1"/>
          </p:cNvSpPr>
          <p:nvPr/>
        </p:nvSpPr>
        <p:spPr>
          <a:xfrm xmlns:a="http://schemas.openxmlformats.org/drawingml/2006/main" rot="0" flipH="0" flipV="0">
            <a:off x="8227625" y="5824902"/>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21" name="Freeform 21">
            <a:extLst xmlns:a="http://schemas.openxmlformats.org/drawingml/2006/main">
              <a:ext uri="{FF2B5EF4-FFF2-40B4-BE49-F238E27FC236}">
                <a16:creationId xmlns:a16="http://schemas.microsoft.com/office/drawing/2014/main" id="{2854C906-E1B1-4164-9584-134A230D0E4D}"/>
              </a:ext>
            </a:extLst>
          </p:cNvPr>
          <p:cNvSpPr>
            <a:spLocks xmlns:a="http://schemas.openxmlformats.org/drawingml/2006/main" noGrp="1"/>
          </p:cNvSpPr>
          <p:nvPr/>
        </p:nvSpPr>
        <p:spPr>
          <a:xfrm xmlns:a="http://schemas.openxmlformats.org/drawingml/2006/main" rot="0" flipH="0" flipV="0">
            <a:off x="11357899" y="5824902"/>
            <a:ext cx="2937839" cy="2937840"/>
          </a:xfrm>
          <a:custGeom xmlns:a="http://schemas.openxmlformats.org/drawingml/2006/main">
            <a:rect l="l" t="t" r="r" b="b"/>
            <a:pathLst>
              <a:path w="3917120" h="3917120">
                <a:moveTo>
                  <a:pt x="0" y="0"/>
                </a:moveTo>
                <a:lnTo>
                  <a:pt x="3917119" y="0"/>
                </a:lnTo>
                <a:lnTo>
                  <a:pt x="3917119" y="3917119"/>
                </a:lnTo>
                <a:lnTo>
                  <a:pt x="0" y="3917119"/>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22" name="Freeform 22">
            <a:extLst xmlns:a="http://schemas.openxmlformats.org/drawingml/2006/main">
              <a:ext uri="{FF2B5EF4-FFF2-40B4-BE49-F238E27FC236}">
                <a16:creationId xmlns:a16="http://schemas.microsoft.com/office/drawing/2014/main" id="{EEDB7213-4654-46AC-88B7-A2DFD27EE7F1}"/>
              </a:ext>
            </a:extLst>
          </p:cNvPr>
          <p:cNvSpPr>
            <a:spLocks xmlns:a="http://schemas.openxmlformats.org/drawingml/2006/main" noGrp="1"/>
          </p:cNvSpPr>
          <p:nvPr/>
        </p:nvSpPr>
        <p:spPr>
          <a:xfrm xmlns:a="http://schemas.openxmlformats.org/drawingml/2006/main" rot="0" flipH="0" flipV="0">
            <a:off x="14488552" y="5824902"/>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23" name="Freeform 23">
            <a:extLst xmlns:a="http://schemas.openxmlformats.org/drawingml/2006/main">
              <a:ext uri="{FF2B5EF4-FFF2-40B4-BE49-F238E27FC236}">
                <a16:creationId xmlns:a16="http://schemas.microsoft.com/office/drawing/2014/main" id="{5611176A-081F-4BA0-8DBA-B4EB08CB7CAA}"/>
              </a:ext>
            </a:extLst>
          </p:cNvPr>
          <p:cNvSpPr>
            <a:spLocks xmlns:a="http://schemas.openxmlformats.org/drawingml/2006/main" noGrp="1"/>
          </p:cNvSpPr>
          <p:nvPr/>
        </p:nvSpPr>
        <p:spPr>
          <a:xfrm xmlns:a="http://schemas.openxmlformats.org/drawingml/2006/main" rot="0" flipH="0" flipV="0">
            <a:off x="17618826" y="5824902"/>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24" name="Freeform 24">
            <a:extLst xmlns:a="http://schemas.openxmlformats.org/drawingml/2006/main">
              <a:ext uri="{FF2B5EF4-FFF2-40B4-BE49-F238E27FC236}">
                <a16:creationId xmlns:a16="http://schemas.microsoft.com/office/drawing/2014/main" id="{B7F2DF56-B1EB-48E3-96D9-5F94BA265572}"/>
              </a:ext>
            </a:extLst>
          </p:cNvPr>
          <p:cNvSpPr>
            <a:spLocks xmlns:a="http://schemas.openxmlformats.org/drawingml/2006/main" noGrp="1"/>
          </p:cNvSpPr>
          <p:nvPr/>
        </p:nvSpPr>
        <p:spPr>
          <a:xfrm xmlns:a="http://schemas.openxmlformats.org/drawingml/2006/main" rot="0" flipH="0" flipV="0">
            <a:off x="-1163766"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25" name="Freeform 25">
            <a:extLst xmlns:a="http://schemas.openxmlformats.org/drawingml/2006/main">
              <a:ext uri="{FF2B5EF4-FFF2-40B4-BE49-F238E27FC236}">
                <a16:creationId xmlns:a16="http://schemas.microsoft.com/office/drawing/2014/main" id="{BF4678A6-6ACB-4C9F-8CF2-F064AA8818FA}"/>
              </a:ext>
            </a:extLst>
          </p:cNvPr>
          <p:cNvSpPr>
            <a:spLocks xmlns:a="http://schemas.openxmlformats.org/drawingml/2006/main" noGrp="1"/>
          </p:cNvSpPr>
          <p:nvPr/>
        </p:nvSpPr>
        <p:spPr>
          <a:xfrm xmlns:a="http://schemas.openxmlformats.org/drawingml/2006/main" rot="0" flipH="0" flipV="0">
            <a:off x="1966888"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26" name="Freeform 26">
            <a:extLst xmlns:a="http://schemas.openxmlformats.org/drawingml/2006/main">
              <a:ext uri="{FF2B5EF4-FFF2-40B4-BE49-F238E27FC236}">
                <a16:creationId xmlns:a16="http://schemas.microsoft.com/office/drawing/2014/main" id="{DCC34495-3D94-41F6-8794-3765773A3189}"/>
              </a:ext>
            </a:extLst>
          </p:cNvPr>
          <p:cNvSpPr>
            <a:spLocks xmlns:a="http://schemas.openxmlformats.org/drawingml/2006/main" noGrp="1"/>
          </p:cNvSpPr>
          <p:nvPr/>
        </p:nvSpPr>
        <p:spPr>
          <a:xfrm xmlns:a="http://schemas.openxmlformats.org/drawingml/2006/main" rot="0" flipH="0" flipV="0">
            <a:off x="5097161"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27" name="Freeform 27">
            <a:extLst xmlns:a="http://schemas.openxmlformats.org/drawingml/2006/main">
              <a:ext uri="{FF2B5EF4-FFF2-40B4-BE49-F238E27FC236}">
                <a16:creationId xmlns:a16="http://schemas.microsoft.com/office/drawing/2014/main" id="{7FCB9CE0-61BB-4BAF-890D-F616C9ACBD69}"/>
              </a:ext>
            </a:extLst>
          </p:cNvPr>
          <p:cNvSpPr>
            <a:spLocks xmlns:a="http://schemas.openxmlformats.org/drawingml/2006/main" noGrp="1"/>
          </p:cNvSpPr>
          <p:nvPr/>
        </p:nvSpPr>
        <p:spPr>
          <a:xfrm xmlns:a="http://schemas.openxmlformats.org/drawingml/2006/main" rot="0" flipH="0" flipV="0">
            <a:off x="8227815"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28" name="Freeform 28">
            <a:extLst xmlns:a="http://schemas.openxmlformats.org/drawingml/2006/main">
              <a:ext uri="{FF2B5EF4-FFF2-40B4-BE49-F238E27FC236}">
                <a16:creationId xmlns:a16="http://schemas.microsoft.com/office/drawing/2014/main" id="{630580D7-85FC-459D-AFFA-986806BD6729}"/>
              </a:ext>
            </a:extLst>
          </p:cNvPr>
          <p:cNvSpPr>
            <a:spLocks xmlns:a="http://schemas.openxmlformats.org/drawingml/2006/main" noGrp="1"/>
          </p:cNvSpPr>
          <p:nvPr/>
        </p:nvSpPr>
        <p:spPr>
          <a:xfrm xmlns:a="http://schemas.openxmlformats.org/drawingml/2006/main" rot="0" flipH="0" flipV="0">
            <a:off x="11358088"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29" name="Freeform 29">
            <a:extLst xmlns:a="http://schemas.openxmlformats.org/drawingml/2006/main">
              <a:ext uri="{FF2B5EF4-FFF2-40B4-BE49-F238E27FC236}">
                <a16:creationId xmlns:a16="http://schemas.microsoft.com/office/drawing/2014/main" id="{1A584949-802D-44CF-89B8-71AA868134A1}"/>
              </a:ext>
            </a:extLst>
          </p:cNvPr>
          <p:cNvSpPr>
            <a:spLocks xmlns:a="http://schemas.openxmlformats.org/drawingml/2006/main" noGrp="1"/>
          </p:cNvSpPr>
          <p:nvPr/>
        </p:nvSpPr>
        <p:spPr>
          <a:xfrm xmlns:a="http://schemas.openxmlformats.org/drawingml/2006/main" rot="0" flipH="0" flipV="0">
            <a:off x="14488742"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30" name="Freeform 30">
            <a:extLst xmlns:a="http://schemas.openxmlformats.org/drawingml/2006/main">
              <a:ext uri="{FF2B5EF4-FFF2-40B4-BE49-F238E27FC236}">
                <a16:creationId xmlns:a16="http://schemas.microsoft.com/office/drawing/2014/main" id="{01D03F2D-DD64-4C82-A4E8-EDBEBF214F1D}"/>
              </a:ext>
            </a:extLst>
          </p:cNvPr>
          <p:cNvSpPr>
            <a:spLocks xmlns:a="http://schemas.openxmlformats.org/drawingml/2006/main" noGrp="1"/>
          </p:cNvSpPr>
          <p:nvPr/>
        </p:nvSpPr>
        <p:spPr>
          <a:xfrm xmlns:a="http://schemas.openxmlformats.org/drawingml/2006/main" rot="0" flipH="0" flipV="0">
            <a:off x="17619016"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8eff453270954e49">
              <a:extLst>
                <a:ext uri="{96DAC541-7B7A-43D3-8B79-37D633B846F1}">
                  <asvg:svgBlip xmlns:asvg="http://schemas.microsoft.com/office/drawing/2016/SVG/main" r:embed="Rfdd0ab60cecb4332"/>
                </a:ext>
              </a:extLst>
            </a:blip>
            <a:stretch>
              <a:fillRect l="0" t="0" r="0" b="0"/>
            </a:stretch>
          </a:blipFill>
        </p:spPr>
      </p:sp>
      <p:sp>
        <p:nvSpPr>
          <p:cNvPr id="31" name="">
            <a:extLst xmlns:a="http://schemas.openxmlformats.org/drawingml/2006/main">
              <a:ext uri="{FF2B5EF4-FFF2-40B4-BE49-F238E27FC236}">
                <a16:creationId xmlns:a16="http://schemas.microsoft.com/office/drawing/2014/main" id="{84BE6206-88A0-43E1-968B-242939A00237}"/>
              </a:ext>
            </a:extLst>
          </p:cNvPr>
          <p:cNvSpPr>
            <a:spLocks xmlns:a="http://schemas.openxmlformats.org/drawingml/2006/main" noGrp="1"/>
          </p:cNvSpPr>
          <p:nvPr/>
        </p:nvSpPr>
        <p:spPr>
          <a:xfrm xmlns:a="http://schemas.openxmlformats.org/drawingml/2006/main" rot="-108000">
            <a:off x="6191250" y="647700"/>
            <a:ext cx="5905500" cy="781050"/>
          </a:xfrm>
          <a:prstGeom xmlns:a="http://schemas.openxmlformats.org/drawingml/2006/main" prst="roundRect">
            <a:avLst>
              <a:gd name="adj" fmla="val 14634"/>
            </a:avLst>
          </a:prstGeom>
          <a:solidFill xmlns:a="http://schemas.openxmlformats.org/drawingml/2006/main">
            <a:srgbClr val="FFE21A"/>
          </a:solidFill>
          <a:ln xmlns:a="http://schemas.openxmlformats.org/drawingml/2006/main" w="19050">
            <a:solidFill>
              <a:srgbClr val="FFE21A"/>
            </a:solidFill>
            <a:prstDash val="solid"/>
          </a:ln>
        </p:spPr>
      </p:sp>
      <p:sp>
        <p:nvSpPr>
          <p:cNvPr id="32" name="">
            <a:extLst xmlns:a="http://schemas.openxmlformats.org/drawingml/2006/main">
              <a:ext uri="{FF2B5EF4-FFF2-40B4-BE49-F238E27FC236}">
                <a16:creationId xmlns:a16="http://schemas.microsoft.com/office/drawing/2014/main" id="{05756DD4-96F4-4F06-959C-58B318FA055E}"/>
              </a:ext>
            </a:extLst>
          </p:cNvPr>
          <p:cNvSpPr>
            <a:spLocks xmlns:a="http://schemas.openxmlformats.org/drawingml/2006/main" noGrp="1"/>
          </p:cNvSpPr>
          <p:nvPr/>
        </p:nvSpPr>
        <p:spPr>
          <a:xfrm xmlns:a="http://schemas.openxmlformats.org/drawingml/2006/main">
            <a:off x="5238750" y="781050"/>
            <a:ext cx="7810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2925" b="1" i="1">
                <a:solidFill>
                  <a:srgbClr val="111111"/>
                </a:solidFill>
                <a:latin typeface="Arial Black"/>
                <a:ea typeface="Arial Black"/>
                <a:cs typeface="Arial Black"/>
              </a:defRPr>
            </a:pPr>
            <a:r>
              <a:rPr sz="2925" b="1" i="1">
                <a:solidFill>
                  <a:srgbClr val="111111"/>
                </a:solidFill>
                <a:latin typeface="Arial Black"/>
                <a:ea typeface="Arial Black"/>
                <a:cs typeface="Arial Black"/>
              </a:rPr>
              <a:t>One kitchen reset becomes a market offer</a:t>
            </a:r>
          </a:p>
        </p:txBody>
      </p:sp>
      <p:pic>
        <p:nvPicPr>
          <p:cNvPr id="73" name=""/>
          <p:cNvPicPr>
            <a:picLocks xmlns:a="http://schemas.openxmlformats.org/drawingml/2006/main" noChangeAspect="1"/>
          </p:cNvPicPr>
          <p:nvPr/>
        </p:nvPicPr>
        <p:blipFill>
          <a:blip xmlns:r="http://schemas.openxmlformats.org/officeDocument/2006/relationships" xmlns:a="http://schemas.openxmlformats.org/drawingml/2006/main" r:embed="R1576da12e96f4d2a"/>
          <a:srcRect xmlns:a="http://schemas.openxmlformats.org/drawingml/2006/main" l="2575" t="0" r="2575" b="0"/>
          <a:stretch xmlns:a="http://schemas.openxmlformats.org/drawingml/2006/main">
            <a:fillRect l="0" t="0" r="0" b="0"/>
          </a:stretch>
        </p:blipFill>
        <p:spPr>
          <a:xfrm xmlns:a="http://schemas.openxmlformats.org/drawingml/2006/main">
            <a:off x="1047750" y="2266950"/>
            <a:ext cx="6667500" cy="4686300"/>
          </a:xfrm>
          <a:prstGeom xmlns:a="http://schemas.openxmlformats.org/drawingml/2006/main" prst="roundRect">
            <a:avLst>
              <a:gd name="adj" fmla="val 4472"/>
            </a:avLst>
          </a:prstGeom>
        </p:spPr>
      </p:pic>
      <p:sp>
        <p:nvSpPr>
          <p:cNvPr id="34" name="">
            <a:extLst xmlns:a="http://schemas.openxmlformats.org/drawingml/2006/main">
              <a:ext uri="{FF2B5EF4-FFF2-40B4-BE49-F238E27FC236}">
                <a16:creationId xmlns:a16="http://schemas.microsoft.com/office/drawing/2014/main" id="{9E45F2A4-9160-4717-8415-6C0D09CB729E}"/>
              </a:ext>
            </a:extLst>
          </p:cNvPr>
          <p:cNvSpPr>
            <a:spLocks xmlns:a="http://schemas.openxmlformats.org/drawingml/2006/main" noGrp="1"/>
          </p:cNvSpPr>
          <p:nvPr/>
        </p:nvSpPr>
        <p:spPr>
          <a:xfrm xmlns:a="http://schemas.openxmlformats.org/drawingml/2006/main">
            <a:off x="8572500" y="2190750"/>
            <a:ext cx="8001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8000"/>
              </a:lnSpc>
              <a:buNone/>
              <a:defRPr sz="2625" b="1" i="1">
                <a:solidFill>
                  <a:srgbClr val="111111"/>
                </a:solidFill>
                <a:latin typeface="Arial"/>
                <a:ea typeface="Arial"/>
                <a:cs typeface="Arial"/>
              </a:defRPr>
            </a:pPr>
            <a:r>
              <a:rPr sz="2625" b="1" i="1">
                <a:solidFill>
                  <a:srgbClr val="111111"/>
                </a:solidFill>
                <a:latin typeface="Arial"/>
                <a:ea typeface="Arial"/>
                <a:cs typeface="Arial"/>
              </a:rPr>
              <a:t>"I used 6 storage boxes to reorganize my kitchen."</a:t>
            </a:r>
          </a:p>
        </p:txBody>
      </p:sp>
      <p:sp>
        <p:nvSpPr>
          <p:cNvPr id="35" name="">
            <a:extLst xmlns:a="http://schemas.openxmlformats.org/drawingml/2006/main">
              <a:ext uri="{FF2B5EF4-FFF2-40B4-BE49-F238E27FC236}">
                <a16:creationId xmlns:a16="http://schemas.microsoft.com/office/drawing/2014/main" id="{8154B3BB-3509-4FB1-8558-DA5E745830BD}"/>
              </a:ext>
            </a:extLst>
          </p:cNvPr>
          <p:cNvSpPr>
            <a:spLocks xmlns:a="http://schemas.openxmlformats.org/drawingml/2006/main" noGrp="1"/>
          </p:cNvSpPr>
          <p:nvPr/>
        </p:nvSpPr>
        <p:spPr>
          <a:xfrm xmlns:a="http://schemas.openxmlformats.org/drawingml/2006/main">
            <a:off x="8858250" y="3524250"/>
            <a:ext cx="3143250" cy="666750"/>
          </a:xfrm>
          <a:prstGeom xmlns:a="http://schemas.openxmlformats.org/drawingml/2006/main" prst="roundRect">
            <a:avLst>
              <a:gd name="adj" fmla="val 22857"/>
            </a:avLst>
          </a:prstGeom>
          <a:solidFill xmlns:a="http://schemas.openxmlformats.org/drawingml/2006/main">
            <a:srgbClr val="FFF7B0"/>
          </a:solidFill>
          <a:ln xmlns:a="http://schemas.openxmlformats.org/drawingml/2006/main" w="19050">
            <a:solidFill>
              <a:srgbClr val="222222"/>
            </a:solidFill>
            <a:prstDash val="solid"/>
          </a:ln>
        </p:spPr>
        <p:txBody>
          <a:bodyPr xmlns:a="http://schemas.openxmlformats.org/drawingml/2006/main" lIns="76200" tIns="38100" rIns="76200" bIns="38100" anchor="ctr"/>
          <a:lstStyle xmlns:a="http://schemas.openxmlformats.org/drawingml/2006/main"/>
          <a:p xmlns:a="http://schemas.openxmlformats.org/drawingml/2006/main">
            <a:pPr algn="ctr">
              <a:defRPr sz="2175" b="1">
                <a:solidFill>
                  <a:srgbClr val="111111"/>
                </a:solidFill>
                <a:latin typeface="Arial"/>
                <a:ea typeface="Arial"/>
                <a:cs typeface="Arial"/>
              </a:defRPr>
            </a:pPr>
            <a:r>
              <a:rPr sz="2175" b="1">
                <a:solidFill>
                  <a:srgbClr val="111111"/>
                </a:solidFill>
                <a:latin typeface="Arial"/>
                <a:ea typeface="Arial"/>
                <a:cs typeface="Arial"/>
              </a:rPr>
              <a:t>Space Planning</a:t>
            </a:r>
          </a:p>
        </p:txBody>
      </p:sp>
      <p:sp>
        <p:nvSpPr>
          <p:cNvPr id="36" name="">
            <a:extLst xmlns:a="http://schemas.openxmlformats.org/drawingml/2006/main">
              <a:ext uri="{FF2B5EF4-FFF2-40B4-BE49-F238E27FC236}">
                <a16:creationId xmlns:a16="http://schemas.microsoft.com/office/drawing/2014/main" id="{54626804-1E94-4099-AEDE-F2184D3D5858}"/>
              </a:ext>
            </a:extLst>
          </p:cNvPr>
          <p:cNvSpPr>
            <a:spLocks xmlns:a="http://schemas.openxmlformats.org/drawingml/2006/main" noGrp="1"/>
          </p:cNvSpPr>
          <p:nvPr/>
        </p:nvSpPr>
        <p:spPr>
          <a:xfrm xmlns:a="http://schemas.openxmlformats.org/drawingml/2006/main">
            <a:off x="12573000" y="3524250"/>
            <a:ext cx="3143250" cy="666750"/>
          </a:xfrm>
          <a:prstGeom xmlns:a="http://schemas.openxmlformats.org/drawingml/2006/main" prst="roundRect">
            <a:avLst>
              <a:gd name="adj" fmla="val 22857"/>
            </a:avLst>
          </a:prstGeom>
          <a:solidFill xmlns:a="http://schemas.openxmlformats.org/drawingml/2006/main">
            <a:srgbClr val="FFF7B0"/>
          </a:solidFill>
          <a:ln xmlns:a="http://schemas.openxmlformats.org/drawingml/2006/main" w="19050">
            <a:solidFill>
              <a:srgbClr val="222222"/>
            </a:solidFill>
            <a:prstDash val="solid"/>
          </a:ln>
        </p:spPr>
        <p:txBody>
          <a:bodyPr xmlns:a="http://schemas.openxmlformats.org/drawingml/2006/main" lIns="76200" tIns="38100" rIns="76200" bIns="38100" anchor="ctr"/>
          <a:lstStyle xmlns:a="http://schemas.openxmlformats.org/drawingml/2006/main"/>
          <a:p xmlns:a="http://schemas.openxmlformats.org/drawingml/2006/main">
            <a:pPr algn="ctr">
              <a:defRPr sz="2175" b="1">
                <a:solidFill>
                  <a:srgbClr val="111111"/>
                </a:solidFill>
                <a:latin typeface="Arial"/>
                <a:ea typeface="Arial"/>
                <a:cs typeface="Arial"/>
              </a:defRPr>
            </a:pPr>
            <a:r>
              <a:rPr sz="2175" b="1">
                <a:solidFill>
                  <a:srgbClr val="111111"/>
                </a:solidFill>
                <a:latin typeface="Arial"/>
                <a:ea typeface="Arial"/>
                <a:cs typeface="Arial"/>
              </a:rPr>
              <a:t>Storage System Design</a:t>
            </a:r>
          </a:p>
        </p:txBody>
      </p:sp>
      <p:sp>
        <p:nvSpPr>
          <p:cNvPr id="37" name="">
            <a:extLst xmlns:a="http://schemas.openxmlformats.org/drawingml/2006/main">
              <a:ext uri="{FF2B5EF4-FFF2-40B4-BE49-F238E27FC236}">
                <a16:creationId xmlns:a16="http://schemas.microsoft.com/office/drawing/2014/main" id="{51B4E2D7-0280-46F1-B880-700925059D8A}"/>
              </a:ext>
            </a:extLst>
          </p:cNvPr>
          <p:cNvSpPr>
            <a:spLocks xmlns:a="http://schemas.openxmlformats.org/drawingml/2006/main" noGrp="1"/>
          </p:cNvSpPr>
          <p:nvPr/>
        </p:nvSpPr>
        <p:spPr>
          <a:xfrm xmlns:a="http://schemas.openxmlformats.org/drawingml/2006/main">
            <a:off x="8858250" y="4552950"/>
            <a:ext cx="3143250" cy="666750"/>
          </a:xfrm>
          <a:prstGeom xmlns:a="http://schemas.openxmlformats.org/drawingml/2006/main" prst="roundRect">
            <a:avLst>
              <a:gd name="adj" fmla="val 22857"/>
            </a:avLst>
          </a:prstGeom>
          <a:solidFill xmlns:a="http://schemas.openxmlformats.org/drawingml/2006/main">
            <a:srgbClr val="FFF7B0"/>
          </a:solidFill>
          <a:ln xmlns:a="http://schemas.openxmlformats.org/drawingml/2006/main" w="19050">
            <a:solidFill>
              <a:srgbClr val="222222"/>
            </a:solidFill>
            <a:prstDash val="solid"/>
          </a:ln>
        </p:spPr>
        <p:txBody>
          <a:bodyPr xmlns:a="http://schemas.openxmlformats.org/drawingml/2006/main" lIns="76200" tIns="38100" rIns="76200" bIns="38100" anchor="ctr"/>
          <a:lstStyle xmlns:a="http://schemas.openxmlformats.org/drawingml/2006/main"/>
          <a:p xmlns:a="http://schemas.openxmlformats.org/drawingml/2006/main">
            <a:pPr algn="ctr">
              <a:defRPr sz="2175" b="1">
                <a:solidFill>
                  <a:srgbClr val="111111"/>
                </a:solidFill>
                <a:latin typeface="Arial"/>
                <a:ea typeface="Arial"/>
                <a:cs typeface="Arial"/>
              </a:defRPr>
            </a:pPr>
            <a:r>
              <a:rPr sz="2175" b="1">
                <a:solidFill>
                  <a:srgbClr val="111111"/>
                </a:solidFill>
                <a:latin typeface="Arial"/>
                <a:ea typeface="Arial"/>
                <a:cs typeface="Arial"/>
              </a:rPr>
              <a:t>Child Independence Training</a:t>
            </a:r>
          </a:p>
        </p:txBody>
      </p:sp>
      <p:sp>
        <p:nvSpPr>
          <p:cNvPr id="38" name="">
            <a:extLst xmlns:a="http://schemas.openxmlformats.org/drawingml/2006/main">
              <a:ext uri="{FF2B5EF4-FFF2-40B4-BE49-F238E27FC236}">
                <a16:creationId xmlns:a16="http://schemas.microsoft.com/office/drawing/2014/main" id="{9E5A7DE1-9647-4554-B48F-14FC7626982D}"/>
              </a:ext>
            </a:extLst>
          </p:cNvPr>
          <p:cNvSpPr>
            <a:spLocks xmlns:a="http://schemas.openxmlformats.org/drawingml/2006/main" noGrp="1"/>
          </p:cNvSpPr>
          <p:nvPr/>
        </p:nvSpPr>
        <p:spPr>
          <a:xfrm xmlns:a="http://schemas.openxmlformats.org/drawingml/2006/main">
            <a:off x="12573000" y="4552950"/>
            <a:ext cx="3143250" cy="666750"/>
          </a:xfrm>
          <a:prstGeom xmlns:a="http://schemas.openxmlformats.org/drawingml/2006/main" prst="roundRect">
            <a:avLst>
              <a:gd name="adj" fmla="val 22857"/>
            </a:avLst>
          </a:prstGeom>
          <a:solidFill xmlns:a="http://schemas.openxmlformats.org/drawingml/2006/main">
            <a:srgbClr val="FFF7B0"/>
          </a:solidFill>
          <a:ln xmlns:a="http://schemas.openxmlformats.org/drawingml/2006/main" w="19050">
            <a:solidFill>
              <a:srgbClr val="222222"/>
            </a:solidFill>
            <a:prstDash val="solid"/>
          </a:ln>
        </p:spPr>
        <p:txBody>
          <a:bodyPr xmlns:a="http://schemas.openxmlformats.org/drawingml/2006/main" lIns="76200" tIns="38100" rIns="76200" bIns="38100" anchor="ctr"/>
          <a:lstStyle xmlns:a="http://schemas.openxmlformats.org/drawingml/2006/main"/>
          <a:p xmlns:a="http://schemas.openxmlformats.org/drawingml/2006/main">
            <a:pPr algn="ctr">
              <a:defRPr sz="2175" b="1">
                <a:solidFill>
                  <a:srgbClr val="111111"/>
                </a:solidFill>
                <a:latin typeface="Arial"/>
                <a:ea typeface="Arial"/>
                <a:cs typeface="Arial"/>
              </a:defRPr>
            </a:pPr>
            <a:r>
              <a:rPr sz="2175" b="1">
                <a:solidFill>
                  <a:srgbClr val="111111"/>
                </a:solidFill>
                <a:latin typeface="Arial"/>
                <a:ea typeface="Arial"/>
                <a:cs typeface="Arial"/>
              </a:rPr>
              <a:t>Family Workflow Optimization</a:t>
            </a:r>
          </a:p>
        </p:txBody>
      </p:sp>
      <p:sp>
        <p:nvSpPr>
          <p:cNvPr id="39" name="">
            <a:extLst xmlns:a="http://schemas.openxmlformats.org/drawingml/2006/main">
              <a:ext uri="{FF2B5EF4-FFF2-40B4-BE49-F238E27FC236}">
                <a16:creationId xmlns:a16="http://schemas.microsoft.com/office/drawing/2014/main" id="{2D4668CA-4726-48F8-ABC1-ED5EF5B5F485}"/>
              </a:ext>
            </a:extLst>
          </p:cNvPr>
          <p:cNvSpPr>
            <a:spLocks xmlns:a="http://schemas.openxmlformats.org/drawingml/2006/main" noGrp="1"/>
          </p:cNvSpPr>
          <p:nvPr/>
        </p:nvSpPr>
        <p:spPr>
          <a:xfrm xmlns:a="http://schemas.openxmlformats.org/drawingml/2006/main">
            <a:off x="9429750" y="6229350"/>
            <a:ext cx="5334000" cy="723900"/>
          </a:xfrm>
          <a:prstGeom xmlns:a="http://schemas.openxmlformats.org/drawingml/2006/main" prst="roundRect">
            <a:avLst>
              <a:gd name="adj" fmla="val 21053"/>
            </a:avLst>
          </a:prstGeom>
          <a:solidFill xmlns:a="http://schemas.openxmlformats.org/drawingml/2006/main">
            <a:srgbClr val="EAF8F4"/>
          </a:solidFill>
          <a:ln xmlns:a="http://schemas.openxmlformats.org/drawingml/2006/main" w="19050">
            <a:solidFill>
              <a:srgbClr val="16A085"/>
            </a:solidFill>
            <a:prstDash val="solid"/>
          </a:ln>
        </p:spPr>
        <p:txBody>
          <a:bodyPr xmlns:a="http://schemas.openxmlformats.org/drawingml/2006/main" lIns="76200" tIns="38100" rIns="76200" bIns="38100" anchor="ctr"/>
          <a:lstStyle xmlns:a="http://schemas.openxmlformats.org/drawingml/2006/main"/>
          <a:p xmlns:a="http://schemas.openxmlformats.org/drawingml/2006/main">
            <a:pPr algn="ctr">
              <a:defRPr sz="2175" b="1">
                <a:solidFill>
                  <a:srgbClr val="16A085"/>
                </a:solidFill>
                <a:latin typeface="Arial"/>
                <a:ea typeface="Arial"/>
                <a:cs typeface="Arial"/>
              </a:defRPr>
            </a:pPr>
            <a:r>
              <a:rPr sz="2175" b="1">
                <a:solidFill>
                  <a:srgbClr val="16A085"/>
                </a:solidFill>
                <a:latin typeface="Arial"/>
                <a:ea typeface="Arial"/>
                <a:cs typeface="Arial"/>
              </a:rPr>
              <a:t>2-hour Small Kitchen Reset</a:t>
            </a:r>
          </a:p>
        </p:txBody>
      </p:sp>
      <p:sp>
        <p:nvSpPr>
          <p:cNvPr id="40" name="">
            <a:extLst xmlns:a="http://schemas.openxmlformats.org/drawingml/2006/main">
              <a:ext uri="{FF2B5EF4-FFF2-40B4-BE49-F238E27FC236}">
                <a16:creationId xmlns:a16="http://schemas.microsoft.com/office/drawing/2014/main" id="{D24F273D-B5C7-4135-B0DE-7BECBE1C87EA}"/>
              </a:ext>
            </a:extLst>
          </p:cNvPr>
          <p:cNvSpPr>
            <a:spLocks xmlns:a="http://schemas.openxmlformats.org/drawingml/2006/main" noGrp="1"/>
          </p:cNvSpPr>
          <p:nvPr/>
        </p:nvSpPr>
        <p:spPr>
          <a:xfrm xmlns:a="http://schemas.openxmlformats.org/drawingml/2006/main">
            <a:off x="9144000" y="723900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2400" b="1" i="0">
                <a:solidFill>
                  <a:srgbClr val="16A085"/>
                </a:solidFill>
                <a:latin typeface="Arial"/>
                <a:ea typeface="Arial"/>
                <a:cs typeface="Arial"/>
              </a:defRPr>
            </a:pPr>
            <a:r>
              <a:rPr sz="2400" b="1" i="0">
                <a:solidFill>
                  <a:srgbClr val="16A085"/>
                </a:solidFill>
                <a:latin typeface="Arial"/>
                <a:ea typeface="Arial"/>
                <a:cs typeface="Arial"/>
              </a:rPr>
              <a:t>Simulated local demand: HKD 450 weekend trial</a:t>
            </a:r>
          </a:p>
        </p:txBody>
      </p:sp>
      <p:sp>
        <p:nvSpPr>
          <p:cNvPr id="41" name="">
            <a:extLst xmlns:a="http://schemas.openxmlformats.org/drawingml/2006/main">
              <a:ext uri="{FF2B5EF4-FFF2-40B4-BE49-F238E27FC236}">
                <a16:creationId xmlns:a16="http://schemas.microsoft.com/office/drawing/2014/main" id="{7E41CFE2-7193-43FD-94FB-13E94F990A16}"/>
              </a:ext>
            </a:extLst>
          </p:cNvPr>
          <p:cNvSpPr>
            <a:spLocks xmlns:a="http://schemas.openxmlformats.org/drawingml/2006/main" noGrp="1"/>
          </p:cNvSpPr>
          <p:nvPr/>
        </p:nvSpPr>
        <p:spPr>
          <a:xfrm xmlns:a="http://schemas.openxmlformats.org/drawingml/2006/main">
            <a:off x="13525500" y="96583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r">
              <a:lnSpc>
                <a:spcPct val="108000"/>
              </a:lnSpc>
              <a:buNone/>
              <a:defRPr sz="1575" b="0" i="0">
                <a:solidFill>
                  <a:srgbClr val="777777"/>
                </a:solidFill>
                <a:latin typeface="Arial"/>
                <a:ea typeface="Arial"/>
                <a:cs typeface="Arial"/>
              </a:defRPr>
            </a:pPr>
            <a:r>
              <a:rPr sz="1575" b="0" i="0">
                <a:solidFill>
                  <a:srgbClr val="777777"/>
                </a:solidFill>
                <a:latin typeface="Arial"/>
                <a:ea typeface="Arial"/>
                <a:cs typeface="Arial"/>
              </a:rPr>
              <a:t>Time: 2:05-3:05 | Slide 4/8</a:t>
            </a:r>
          </a:p>
        </p:txBody>
      </p:sp>
      <p:sp>
        <p:nvSpPr>
          <p:cNvPr id="42" name="">
            <a:extLst xmlns:a="http://schemas.openxmlformats.org/drawingml/2006/main">
              <a:ext uri="{FF2B5EF4-FFF2-40B4-BE49-F238E27FC236}">
                <a16:creationId xmlns:a16="http://schemas.microsoft.com/office/drawing/2014/main" id="{14DCDE51-7580-40BE-A0D9-562C7A494A43}"/>
              </a:ext>
            </a:extLst>
          </p:cNvPr>
          <p:cNvSpPr>
            <a:spLocks xmlns:a="http://schemas.openxmlformats.org/drawingml/2006/main" noGrp="1"/>
          </p:cNvSpPr>
          <p:nvPr/>
        </p:nvSpPr>
        <p:spPr>
          <a:xfrm xmlns:a="http://schemas.openxmlformats.org/drawingml/2006/main">
            <a:off x="1333500" y="96583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8000"/>
              </a:lnSpc>
              <a:buNone/>
              <a:defRPr sz="1575" b="0" i="0">
                <a:solidFill>
                  <a:srgbClr val="777777"/>
                </a:solidFill>
                <a:latin typeface="Arial"/>
                <a:ea typeface="Arial"/>
                <a:cs typeface="Arial"/>
              </a:defRPr>
            </a:pPr>
            <a:r>
              <a:rPr sz="1575" b="0" i="0">
                <a:solidFill>
                  <a:srgbClr val="777777"/>
                </a:solidFill>
                <a:latin typeface="Arial"/>
                <a:ea typeface="Arial"/>
                <a:cs typeface="Arial"/>
              </a:rPr>
              <a:t>IDBLOOM | BPA Topic 3 Labor Identity</a:t>
            </a:r>
          </a:p>
        </p:txBody>
      </p:sp>
    </p:spTree>
    <p:extLst>
      <p:ext uri="{BB962C8B-B14F-4D97-AF65-F5344CB8AC3E}">
        <p14:creationId xmlns:p14="http://schemas.microsoft.com/office/powerpoint/2010/main" val="160718515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70DB303B-DF84-45E9-A085-5CF20DE68E06}"/>
              </a:ext>
            </a:extLst>
          </p:cNvPr>
          <p:cNvSpPr>
            <a:spLocks xmlns:a="http://schemas.openxmlformats.org/drawingml/2006/main" noGrp="1"/>
          </p:cNvSpPr>
          <p:nvPr/>
        </p:nvSpPr>
        <p:spPr>
          <a:xfrm xmlns:a="http://schemas.openxmlformats.org/drawingml/2006/main" rot="0" flipH="0" flipV="0">
            <a:off x="-1526191" y="-393290"/>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F9CAC55B-BEB0-4FCC-B507-0294D68043CF}"/>
              </a:ext>
            </a:extLst>
          </p:cNvPr>
          <p:cNvSpPr>
            <a:spLocks xmlns:a="http://schemas.openxmlformats.org/drawingml/2006/main" noGrp="1"/>
          </p:cNvSpPr>
          <p:nvPr/>
        </p:nvSpPr>
        <p:spPr>
          <a:xfrm xmlns:a="http://schemas.openxmlformats.org/drawingml/2006/main" rot="0" flipH="0" flipV="0">
            <a:off x="1604462" y="-393290"/>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7F31CD19-F7D8-4CBB-A786-C980D216492A}"/>
              </a:ext>
            </a:extLst>
          </p:cNvPr>
          <p:cNvSpPr>
            <a:spLocks xmlns:a="http://schemas.openxmlformats.org/drawingml/2006/main" noGrp="1"/>
          </p:cNvSpPr>
          <p:nvPr/>
        </p:nvSpPr>
        <p:spPr>
          <a:xfrm xmlns:a="http://schemas.openxmlformats.org/drawingml/2006/main" rot="0" flipH="0" flipV="0">
            <a:off x="4734736" y="-393290"/>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F0D48D9C-F9F0-40C4-8231-9C5FE6F2C129}"/>
              </a:ext>
            </a:extLst>
          </p:cNvPr>
          <p:cNvSpPr>
            <a:spLocks xmlns:a="http://schemas.openxmlformats.org/drawingml/2006/main" noGrp="1"/>
          </p:cNvSpPr>
          <p:nvPr/>
        </p:nvSpPr>
        <p:spPr>
          <a:xfrm xmlns:a="http://schemas.openxmlformats.org/drawingml/2006/main" rot="0" flipH="0" flipV="0">
            <a:off x="7865389" y="-393290"/>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DDC42504-7A5E-47D2-9B9B-4D732233B5A5}"/>
              </a:ext>
            </a:extLst>
          </p:cNvPr>
          <p:cNvSpPr>
            <a:spLocks xmlns:a="http://schemas.openxmlformats.org/drawingml/2006/main" noGrp="1"/>
          </p:cNvSpPr>
          <p:nvPr/>
        </p:nvSpPr>
        <p:spPr>
          <a:xfrm xmlns:a="http://schemas.openxmlformats.org/drawingml/2006/main" rot="0" flipH="0" flipV="0">
            <a:off x="10995663" y="-393290"/>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8" name="Freeform 8">
            <a:extLst xmlns:a="http://schemas.openxmlformats.org/drawingml/2006/main">
              <a:ext uri="{FF2B5EF4-FFF2-40B4-BE49-F238E27FC236}">
                <a16:creationId xmlns:a16="http://schemas.microsoft.com/office/drawing/2014/main" id="{21B77785-9E54-4A59-84C2-DC98E37D1C99}"/>
              </a:ext>
            </a:extLst>
          </p:cNvPr>
          <p:cNvSpPr>
            <a:spLocks xmlns:a="http://schemas.openxmlformats.org/drawingml/2006/main" noGrp="1"/>
          </p:cNvSpPr>
          <p:nvPr/>
        </p:nvSpPr>
        <p:spPr>
          <a:xfrm xmlns:a="http://schemas.openxmlformats.org/drawingml/2006/main" rot="0" flipH="0" flipV="0">
            <a:off x="14126317" y="-393290"/>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C0745DF7-E96B-4AE7-951F-DF3F0C239F2A}"/>
              </a:ext>
            </a:extLst>
          </p:cNvPr>
          <p:cNvSpPr>
            <a:spLocks xmlns:a="http://schemas.openxmlformats.org/drawingml/2006/main" noGrp="1"/>
          </p:cNvSpPr>
          <p:nvPr/>
        </p:nvSpPr>
        <p:spPr>
          <a:xfrm xmlns:a="http://schemas.openxmlformats.org/drawingml/2006/main" rot="0" flipH="0" flipV="0">
            <a:off x="17256590" y="-393290"/>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10" name="Freeform 10">
            <a:extLst xmlns:a="http://schemas.openxmlformats.org/drawingml/2006/main">
              <a:ext uri="{FF2B5EF4-FFF2-40B4-BE49-F238E27FC236}">
                <a16:creationId xmlns:a16="http://schemas.microsoft.com/office/drawing/2014/main" id="{D280D994-4D63-47DA-9F64-C4C163A4CBD9}"/>
              </a:ext>
            </a:extLst>
          </p:cNvPr>
          <p:cNvSpPr>
            <a:spLocks xmlns:a="http://schemas.openxmlformats.org/drawingml/2006/main" noGrp="1"/>
          </p:cNvSpPr>
          <p:nvPr/>
        </p:nvSpPr>
        <p:spPr>
          <a:xfrm xmlns:a="http://schemas.openxmlformats.org/drawingml/2006/main" rot="0" flipH="0" flipV="0">
            <a:off x="-1526001" y="2715958"/>
            <a:ext cx="2937839" cy="2937840"/>
          </a:xfrm>
          <a:custGeom xmlns:a="http://schemas.openxmlformats.org/drawingml/2006/main">
            <a:rect l="l" t="t" r="r" b="b"/>
            <a:pathLst>
              <a:path w="3917120" h="3917120">
                <a:moveTo>
                  <a:pt x="0" y="0"/>
                </a:moveTo>
                <a:lnTo>
                  <a:pt x="3917119" y="0"/>
                </a:lnTo>
                <a:lnTo>
                  <a:pt x="3917119" y="3917120"/>
                </a:lnTo>
                <a:lnTo>
                  <a:pt x="0" y="3917120"/>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11" name="Freeform 11">
            <a:extLst xmlns:a="http://schemas.openxmlformats.org/drawingml/2006/main">
              <a:ext uri="{FF2B5EF4-FFF2-40B4-BE49-F238E27FC236}">
                <a16:creationId xmlns:a16="http://schemas.microsoft.com/office/drawing/2014/main" id="{19412032-F720-4208-A3E3-101C32527651}"/>
              </a:ext>
            </a:extLst>
          </p:cNvPr>
          <p:cNvSpPr>
            <a:spLocks xmlns:a="http://schemas.openxmlformats.org/drawingml/2006/main" noGrp="1"/>
          </p:cNvSpPr>
          <p:nvPr/>
        </p:nvSpPr>
        <p:spPr>
          <a:xfrm xmlns:a="http://schemas.openxmlformats.org/drawingml/2006/main" rot="0" flipH="0" flipV="0">
            <a:off x="1604653" y="2715958"/>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12" name="Freeform 12">
            <a:extLst xmlns:a="http://schemas.openxmlformats.org/drawingml/2006/main">
              <a:ext uri="{FF2B5EF4-FFF2-40B4-BE49-F238E27FC236}">
                <a16:creationId xmlns:a16="http://schemas.microsoft.com/office/drawing/2014/main" id="{22F374C1-FF78-42B9-A7AD-3A35F70FC457}"/>
              </a:ext>
            </a:extLst>
          </p:cNvPr>
          <p:cNvSpPr>
            <a:spLocks xmlns:a="http://schemas.openxmlformats.org/drawingml/2006/main" noGrp="1"/>
          </p:cNvSpPr>
          <p:nvPr/>
        </p:nvSpPr>
        <p:spPr>
          <a:xfrm xmlns:a="http://schemas.openxmlformats.org/drawingml/2006/main" rot="0" flipH="0" flipV="0">
            <a:off x="4734926" y="2715958"/>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13" name="Freeform 13">
            <a:extLst xmlns:a="http://schemas.openxmlformats.org/drawingml/2006/main">
              <a:ext uri="{FF2B5EF4-FFF2-40B4-BE49-F238E27FC236}">
                <a16:creationId xmlns:a16="http://schemas.microsoft.com/office/drawing/2014/main" id="{DE84059B-A543-4662-A314-2EEA99CEB5D6}"/>
              </a:ext>
            </a:extLst>
          </p:cNvPr>
          <p:cNvSpPr>
            <a:spLocks xmlns:a="http://schemas.openxmlformats.org/drawingml/2006/main" noGrp="1"/>
          </p:cNvSpPr>
          <p:nvPr/>
        </p:nvSpPr>
        <p:spPr>
          <a:xfrm xmlns:a="http://schemas.openxmlformats.org/drawingml/2006/main" rot="0" flipH="0" flipV="0">
            <a:off x="7865580" y="2715958"/>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14" name="Freeform 14">
            <a:extLst xmlns:a="http://schemas.openxmlformats.org/drawingml/2006/main">
              <a:ext uri="{FF2B5EF4-FFF2-40B4-BE49-F238E27FC236}">
                <a16:creationId xmlns:a16="http://schemas.microsoft.com/office/drawing/2014/main" id="{4EFD880C-8A3D-409D-ABF5-44194D0F2CF0}"/>
              </a:ext>
            </a:extLst>
          </p:cNvPr>
          <p:cNvSpPr>
            <a:spLocks xmlns:a="http://schemas.openxmlformats.org/drawingml/2006/main" noGrp="1"/>
          </p:cNvSpPr>
          <p:nvPr/>
        </p:nvSpPr>
        <p:spPr>
          <a:xfrm xmlns:a="http://schemas.openxmlformats.org/drawingml/2006/main" rot="0" flipH="0" flipV="0">
            <a:off x="10995853" y="2715958"/>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16" name="Freeform 16">
            <a:extLst xmlns:a="http://schemas.openxmlformats.org/drawingml/2006/main">
              <a:ext uri="{FF2B5EF4-FFF2-40B4-BE49-F238E27FC236}">
                <a16:creationId xmlns:a16="http://schemas.microsoft.com/office/drawing/2014/main" id="{5551CF79-ADD4-45DF-A71A-4BD9F24AE97E}"/>
              </a:ext>
            </a:extLst>
          </p:cNvPr>
          <p:cNvSpPr>
            <a:spLocks xmlns:a="http://schemas.openxmlformats.org/drawingml/2006/main" noGrp="1"/>
          </p:cNvSpPr>
          <p:nvPr/>
        </p:nvSpPr>
        <p:spPr>
          <a:xfrm xmlns:a="http://schemas.openxmlformats.org/drawingml/2006/main" rot="0" flipH="0" flipV="0">
            <a:off x="17256781" y="2715958"/>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17" name="Freeform 17">
            <a:extLst xmlns:a="http://schemas.openxmlformats.org/drawingml/2006/main">
              <a:ext uri="{FF2B5EF4-FFF2-40B4-BE49-F238E27FC236}">
                <a16:creationId xmlns:a16="http://schemas.microsoft.com/office/drawing/2014/main" id="{D7D42B91-B5B7-47E3-87B8-8D568975F5AD}"/>
              </a:ext>
            </a:extLst>
          </p:cNvPr>
          <p:cNvSpPr>
            <a:spLocks xmlns:a="http://schemas.openxmlformats.org/drawingml/2006/main" noGrp="1"/>
          </p:cNvSpPr>
          <p:nvPr/>
        </p:nvSpPr>
        <p:spPr>
          <a:xfrm xmlns:a="http://schemas.openxmlformats.org/drawingml/2006/main" rot="0" flipH="0" flipV="0">
            <a:off x="-1525907" y="5824851"/>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18" name="Freeform 18">
            <a:extLst xmlns:a="http://schemas.openxmlformats.org/drawingml/2006/main">
              <a:ext uri="{FF2B5EF4-FFF2-40B4-BE49-F238E27FC236}">
                <a16:creationId xmlns:a16="http://schemas.microsoft.com/office/drawing/2014/main" id="{CC38B81E-8670-45F5-8039-86E83EF4BD8A}"/>
              </a:ext>
            </a:extLst>
          </p:cNvPr>
          <p:cNvSpPr>
            <a:spLocks xmlns:a="http://schemas.openxmlformats.org/drawingml/2006/main" noGrp="1"/>
          </p:cNvSpPr>
          <p:nvPr/>
        </p:nvSpPr>
        <p:spPr>
          <a:xfrm xmlns:a="http://schemas.openxmlformats.org/drawingml/2006/main" rot="0" flipH="0" flipV="0">
            <a:off x="1604748" y="5824851"/>
            <a:ext cx="2937839" cy="2937840"/>
          </a:xfrm>
          <a:custGeom xmlns:a="http://schemas.openxmlformats.org/drawingml/2006/main">
            <a:rect l="l" t="t" r="r" b="b"/>
            <a:pathLst>
              <a:path w="3917120" h="3917120">
                <a:moveTo>
                  <a:pt x="0" y="0"/>
                </a:moveTo>
                <a:lnTo>
                  <a:pt x="3917119" y="0"/>
                </a:lnTo>
                <a:lnTo>
                  <a:pt x="3917119" y="3917119"/>
                </a:lnTo>
                <a:lnTo>
                  <a:pt x="0" y="3917119"/>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19" name="Freeform 19">
            <a:extLst xmlns:a="http://schemas.openxmlformats.org/drawingml/2006/main">
              <a:ext uri="{FF2B5EF4-FFF2-40B4-BE49-F238E27FC236}">
                <a16:creationId xmlns:a16="http://schemas.microsoft.com/office/drawing/2014/main" id="{F4D982A6-D910-4CC2-AE18-FCA574C5AB66}"/>
              </a:ext>
            </a:extLst>
          </p:cNvPr>
          <p:cNvSpPr>
            <a:spLocks xmlns:a="http://schemas.openxmlformats.org/drawingml/2006/main" noGrp="1"/>
          </p:cNvSpPr>
          <p:nvPr/>
        </p:nvSpPr>
        <p:spPr>
          <a:xfrm xmlns:a="http://schemas.openxmlformats.org/drawingml/2006/main" rot="0" flipH="0" flipV="0">
            <a:off x="4735021" y="5824851"/>
            <a:ext cx="2937839" cy="2937840"/>
          </a:xfrm>
          <a:custGeom xmlns:a="http://schemas.openxmlformats.org/drawingml/2006/main">
            <a:rect l="l" t="t" r="r" b="b"/>
            <a:pathLst>
              <a:path w="3917120" h="3917120">
                <a:moveTo>
                  <a:pt x="0" y="0"/>
                </a:moveTo>
                <a:lnTo>
                  <a:pt x="3917119" y="0"/>
                </a:lnTo>
                <a:lnTo>
                  <a:pt x="3917119" y="3917119"/>
                </a:lnTo>
                <a:lnTo>
                  <a:pt x="0" y="3917119"/>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20" name="Freeform 20">
            <a:extLst xmlns:a="http://schemas.openxmlformats.org/drawingml/2006/main">
              <a:ext uri="{FF2B5EF4-FFF2-40B4-BE49-F238E27FC236}">
                <a16:creationId xmlns:a16="http://schemas.microsoft.com/office/drawing/2014/main" id="{97EC7969-226E-4A6F-AD87-1119A58A7032}"/>
              </a:ext>
            </a:extLst>
          </p:cNvPr>
          <p:cNvSpPr>
            <a:spLocks xmlns:a="http://schemas.openxmlformats.org/drawingml/2006/main" noGrp="1"/>
          </p:cNvSpPr>
          <p:nvPr/>
        </p:nvSpPr>
        <p:spPr>
          <a:xfrm xmlns:a="http://schemas.openxmlformats.org/drawingml/2006/main" rot="0" flipH="0" flipV="0">
            <a:off x="7865675" y="5824851"/>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21" name="Freeform 21">
            <a:extLst xmlns:a="http://schemas.openxmlformats.org/drawingml/2006/main">
              <a:ext uri="{FF2B5EF4-FFF2-40B4-BE49-F238E27FC236}">
                <a16:creationId xmlns:a16="http://schemas.microsoft.com/office/drawing/2014/main" id="{4CC32C81-D36B-4DC7-8C5F-345308F0BC3A}"/>
              </a:ext>
            </a:extLst>
          </p:cNvPr>
          <p:cNvSpPr>
            <a:spLocks xmlns:a="http://schemas.openxmlformats.org/drawingml/2006/main" noGrp="1"/>
          </p:cNvSpPr>
          <p:nvPr/>
        </p:nvSpPr>
        <p:spPr>
          <a:xfrm xmlns:a="http://schemas.openxmlformats.org/drawingml/2006/main" rot="0" flipH="0" flipV="0">
            <a:off x="10995949" y="5824851"/>
            <a:ext cx="2937839" cy="2937840"/>
          </a:xfrm>
          <a:custGeom xmlns:a="http://schemas.openxmlformats.org/drawingml/2006/main">
            <a:rect l="l" t="t" r="r" b="b"/>
            <a:pathLst>
              <a:path w="3917120" h="3917120">
                <a:moveTo>
                  <a:pt x="0" y="0"/>
                </a:moveTo>
                <a:lnTo>
                  <a:pt x="3917119" y="0"/>
                </a:lnTo>
                <a:lnTo>
                  <a:pt x="3917119" y="3917119"/>
                </a:lnTo>
                <a:lnTo>
                  <a:pt x="0" y="3917119"/>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22" name="Freeform 22">
            <a:extLst xmlns:a="http://schemas.openxmlformats.org/drawingml/2006/main">
              <a:ext uri="{FF2B5EF4-FFF2-40B4-BE49-F238E27FC236}">
                <a16:creationId xmlns:a16="http://schemas.microsoft.com/office/drawing/2014/main" id="{C0B15B2E-A9FB-4B94-A8D8-723FA1EB9F86}"/>
              </a:ext>
            </a:extLst>
          </p:cNvPr>
          <p:cNvSpPr>
            <a:spLocks xmlns:a="http://schemas.openxmlformats.org/drawingml/2006/main" noGrp="1"/>
          </p:cNvSpPr>
          <p:nvPr/>
        </p:nvSpPr>
        <p:spPr>
          <a:xfrm xmlns:a="http://schemas.openxmlformats.org/drawingml/2006/main" rot="0" flipH="0" flipV="0">
            <a:off x="14126602" y="5824851"/>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23" name="Freeform 23">
            <a:extLst xmlns:a="http://schemas.openxmlformats.org/drawingml/2006/main">
              <a:ext uri="{FF2B5EF4-FFF2-40B4-BE49-F238E27FC236}">
                <a16:creationId xmlns:a16="http://schemas.microsoft.com/office/drawing/2014/main" id="{0FF34860-59B1-4EA0-8D4A-1F5CD53B1CC8}"/>
              </a:ext>
            </a:extLst>
          </p:cNvPr>
          <p:cNvSpPr>
            <a:spLocks xmlns:a="http://schemas.openxmlformats.org/drawingml/2006/main" noGrp="1"/>
          </p:cNvSpPr>
          <p:nvPr/>
        </p:nvSpPr>
        <p:spPr>
          <a:xfrm xmlns:a="http://schemas.openxmlformats.org/drawingml/2006/main" rot="0" flipH="0" flipV="0">
            <a:off x="17256876" y="5824851"/>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24" name="Freeform 24">
            <a:extLst xmlns:a="http://schemas.openxmlformats.org/drawingml/2006/main">
              <a:ext uri="{FF2B5EF4-FFF2-40B4-BE49-F238E27FC236}">
                <a16:creationId xmlns:a16="http://schemas.microsoft.com/office/drawing/2014/main" id="{13677784-96C5-4719-93EC-0CFDC5B1A75C}"/>
              </a:ext>
            </a:extLst>
          </p:cNvPr>
          <p:cNvSpPr>
            <a:spLocks xmlns:a="http://schemas.openxmlformats.org/drawingml/2006/main" noGrp="1"/>
          </p:cNvSpPr>
          <p:nvPr/>
        </p:nvSpPr>
        <p:spPr>
          <a:xfrm xmlns:a="http://schemas.openxmlformats.org/drawingml/2006/main" rot="0" flipH="0" flipV="0">
            <a:off x="-1525716" y="8934100"/>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25" name="Freeform 25">
            <a:extLst xmlns:a="http://schemas.openxmlformats.org/drawingml/2006/main">
              <a:ext uri="{FF2B5EF4-FFF2-40B4-BE49-F238E27FC236}">
                <a16:creationId xmlns:a16="http://schemas.microsoft.com/office/drawing/2014/main" id="{F80E67EF-708F-4453-AC55-D4F8272CE094}"/>
              </a:ext>
            </a:extLst>
          </p:cNvPr>
          <p:cNvSpPr>
            <a:spLocks xmlns:a="http://schemas.openxmlformats.org/drawingml/2006/main" noGrp="1"/>
          </p:cNvSpPr>
          <p:nvPr/>
        </p:nvSpPr>
        <p:spPr>
          <a:xfrm xmlns:a="http://schemas.openxmlformats.org/drawingml/2006/main" rot="0" flipH="0" flipV="0">
            <a:off x="1604938" y="8934100"/>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26" name="Freeform 26">
            <a:extLst xmlns:a="http://schemas.openxmlformats.org/drawingml/2006/main">
              <a:ext uri="{FF2B5EF4-FFF2-40B4-BE49-F238E27FC236}">
                <a16:creationId xmlns:a16="http://schemas.microsoft.com/office/drawing/2014/main" id="{7391D1D1-C21F-46F1-9A16-7ED4C7529BA3}"/>
              </a:ext>
            </a:extLst>
          </p:cNvPr>
          <p:cNvSpPr>
            <a:spLocks xmlns:a="http://schemas.openxmlformats.org/drawingml/2006/main" noGrp="1"/>
          </p:cNvSpPr>
          <p:nvPr/>
        </p:nvSpPr>
        <p:spPr>
          <a:xfrm xmlns:a="http://schemas.openxmlformats.org/drawingml/2006/main" rot="0" flipH="0" flipV="0">
            <a:off x="4735211" y="8934100"/>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27" name="Freeform 27">
            <a:extLst xmlns:a="http://schemas.openxmlformats.org/drawingml/2006/main">
              <a:ext uri="{FF2B5EF4-FFF2-40B4-BE49-F238E27FC236}">
                <a16:creationId xmlns:a16="http://schemas.microsoft.com/office/drawing/2014/main" id="{73CBF8F9-264A-4BD0-8E97-3550C3E23A8C}"/>
              </a:ext>
            </a:extLst>
          </p:cNvPr>
          <p:cNvSpPr>
            <a:spLocks xmlns:a="http://schemas.openxmlformats.org/drawingml/2006/main" noGrp="1"/>
          </p:cNvSpPr>
          <p:nvPr/>
        </p:nvSpPr>
        <p:spPr>
          <a:xfrm xmlns:a="http://schemas.openxmlformats.org/drawingml/2006/main" rot="0" flipH="0" flipV="0">
            <a:off x="7865865" y="8934100"/>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28" name="Freeform 28">
            <a:extLst xmlns:a="http://schemas.openxmlformats.org/drawingml/2006/main">
              <a:ext uri="{FF2B5EF4-FFF2-40B4-BE49-F238E27FC236}">
                <a16:creationId xmlns:a16="http://schemas.microsoft.com/office/drawing/2014/main" id="{26FC2294-FCD8-4802-AC84-B53861E6CF6E}"/>
              </a:ext>
            </a:extLst>
          </p:cNvPr>
          <p:cNvSpPr>
            <a:spLocks xmlns:a="http://schemas.openxmlformats.org/drawingml/2006/main" noGrp="1"/>
          </p:cNvSpPr>
          <p:nvPr/>
        </p:nvSpPr>
        <p:spPr>
          <a:xfrm xmlns:a="http://schemas.openxmlformats.org/drawingml/2006/main" rot="0" flipH="0" flipV="0">
            <a:off x="10996138" y="8934100"/>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29" name="Freeform 29">
            <a:extLst xmlns:a="http://schemas.openxmlformats.org/drawingml/2006/main">
              <a:ext uri="{FF2B5EF4-FFF2-40B4-BE49-F238E27FC236}">
                <a16:creationId xmlns:a16="http://schemas.microsoft.com/office/drawing/2014/main" id="{9308400F-9A14-4A2A-B540-026CB028AC93}"/>
              </a:ext>
            </a:extLst>
          </p:cNvPr>
          <p:cNvSpPr>
            <a:spLocks xmlns:a="http://schemas.openxmlformats.org/drawingml/2006/main" noGrp="1"/>
          </p:cNvSpPr>
          <p:nvPr/>
        </p:nvSpPr>
        <p:spPr>
          <a:xfrm xmlns:a="http://schemas.openxmlformats.org/drawingml/2006/main" rot="0" flipH="0" flipV="0">
            <a:off x="14126792" y="8934100"/>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30" name="Freeform 30">
            <a:extLst xmlns:a="http://schemas.openxmlformats.org/drawingml/2006/main">
              <a:ext uri="{FF2B5EF4-FFF2-40B4-BE49-F238E27FC236}">
                <a16:creationId xmlns:a16="http://schemas.microsoft.com/office/drawing/2014/main" id="{D0E945A1-7C4B-4C6B-B447-4D690766CFDA}"/>
              </a:ext>
            </a:extLst>
          </p:cNvPr>
          <p:cNvSpPr>
            <a:spLocks xmlns:a="http://schemas.openxmlformats.org/drawingml/2006/main" noGrp="1"/>
          </p:cNvSpPr>
          <p:nvPr/>
        </p:nvSpPr>
        <p:spPr>
          <a:xfrm xmlns:a="http://schemas.openxmlformats.org/drawingml/2006/main" rot="0" flipH="0" flipV="0">
            <a:off x="17257066" y="8934100"/>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1869614b5145a7">
              <a:extLst>
                <a:ext uri="{96DAC541-7B7A-43D3-8B79-37D633B846F1}">
                  <asvg:svgBlip xmlns:asvg="http://schemas.microsoft.com/office/drawing/2016/SVG/main" r:embed="R890cef51dd564a5c"/>
                </a:ext>
              </a:extLst>
            </a:blip>
            <a:stretch>
              <a:fillRect l="0" t="0" r="0" b="0"/>
            </a:stretch>
          </a:blipFill>
        </p:spPr>
      </p:sp>
      <p:sp>
        <p:nvSpPr>
          <p:cNvPr id="31" name="">
            <a:extLst xmlns:a="http://schemas.openxmlformats.org/drawingml/2006/main">
              <a:ext uri="{FF2B5EF4-FFF2-40B4-BE49-F238E27FC236}">
                <a16:creationId xmlns:a16="http://schemas.microsoft.com/office/drawing/2014/main" id="{7EDBA559-4335-457E-AC7E-B2D38D1C9DAB}"/>
              </a:ext>
            </a:extLst>
          </p:cNvPr>
          <p:cNvSpPr>
            <a:spLocks xmlns:a="http://schemas.openxmlformats.org/drawingml/2006/main" noGrp="1"/>
          </p:cNvSpPr>
          <p:nvPr/>
        </p:nvSpPr>
        <p:spPr>
          <a:xfrm xmlns:a="http://schemas.openxmlformats.org/drawingml/2006/main" rot="-108000">
            <a:off x="6191250" y="647700"/>
            <a:ext cx="5905500" cy="781050"/>
          </a:xfrm>
          <a:prstGeom xmlns:a="http://schemas.openxmlformats.org/drawingml/2006/main" prst="roundRect">
            <a:avLst>
              <a:gd name="adj" fmla="val 14634"/>
            </a:avLst>
          </a:prstGeom>
          <a:solidFill xmlns:a="http://schemas.openxmlformats.org/drawingml/2006/main">
            <a:srgbClr val="FFE21A"/>
          </a:solidFill>
          <a:ln xmlns:a="http://schemas.openxmlformats.org/drawingml/2006/main" w="19050">
            <a:solidFill>
              <a:srgbClr val="FFE21A"/>
            </a:solidFill>
            <a:prstDash val="solid"/>
          </a:ln>
        </p:spPr>
      </p:sp>
      <p:sp>
        <p:nvSpPr>
          <p:cNvPr id="32" name="">
            <a:extLst xmlns:a="http://schemas.openxmlformats.org/drawingml/2006/main">
              <a:ext uri="{FF2B5EF4-FFF2-40B4-BE49-F238E27FC236}">
                <a16:creationId xmlns:a16="http://schemas.microsoft.com/office/drawing/2014/main" id="{7D06679F-E7AC-4451-8381-40CD0155442D}"/>
              </a:ext>
            </a:extLst>
          </p:cNvPr>
          <p:cNvSpPr>
            <a:spLocks xmlns:a="http://schemas.openxmlformats.org/drawingml/2006/main" noGrp="1"/>
          </p:cNvSpPr>
          <p:nvPr/>
        </p:nvSpPr>
        <p:spPr>
          <a:xfrm xmlns:a="http://schemas.openxmlformats.org/drawingml/2006/main">
            <a:off x="5238750" y="781050"/>
            <a:ext cx="7810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2925" b="1" i="1">
                <a:solidFill>
                  <a:srgbClr val="111111"/>
                </a:solidFill>
                <a:latin typeface="Arial Black"/>
                <a:ea typeface="Arial Black"/>
                <a:cs typeface="Arial Black"/>
              </a:defRPr>
            </a:pPr>
            <a:r>
              <a:rPr sz="2925" b="1" i="1">
                <a:solidFill>
                  <a:srgbClr val="111111"/>
                </a:solidFill>
                <a:latin typeface="Arial Black"/>
                <a:ea typeface="Arial Black"/>
                <a:cs typeface="Arial Black"/>
              </a:rPr>
              <a:t>Demand Delivery routes skills to four markets</a:t>
            </a:r>
          </a:p>
        </p:txBody>
      </p:sp>
      <p:sp>
        <p:nvSpPr>
          <p:cNvPr id="33" name="">
            <a:extLst xmlns:a="http://schemas.openxmlformats.org/drawingml/2006/main">
              <a:ext uri="{FF2B5EF4-FFF2-40B4-BE49-F238E27FC236}">
                <a16:creationId xmlns:a16="http://schemas.microsoft.com/office/drawing/2014/main" id="{CFA7D63F-1022-4F5F-9C68-6542182DE014}"/>
              </a:ext>
            </a:extLst>
          </p:cNvPr>
          <p:cNvSpPr>
            <a:spLocks xmlns:a="http://schemas.openxmlformats.org/drawingml/2006/main" noGrp="1"/>
          </p:cNvSpPr>
          <p:nvPr/>
        </p:nvSpPr>
        <p:spPr>
          <a:xfrm xmlns:a="http://schemas.openxmlformats.org/drawingml/2006/main">
            <a:off x="1285875" y="2476500"/>
            <a:ext cx="3333750" cy="3543300"/>
          </a:xfrm>
          <a:prstGeom xmlns:a="http://schemas.openxmlformats.org/drawingml/2006/main" prst="roundRect">
            <a:avLst>
              <a:gd name="adj" fmla="val 6857"/>
            </a:avLst>
          </a:prstGeom>
          <a:solidFill xmlns:a="http://schemas.openxmlformats.org/drawingml/2006/main">
            <a:srgbClr val="FFFFFF"/>
          </a:solidFill>
          <a:ln xmlns:a="http://schemas.openxmlformats.org/drawingml/2006/main" w="19050">
            <a:solidFill>
              <a:srgbClr val="222222"/>
            </a:solidFill>
            <a:prstDash val="solid"/>
          </a:ln>
        </p:spPr>
      </p:sp>
      <p:sp>
        <p:nvSpPr>
          <p:cNvPr id="34" name="">
            <a:extLst xmlns:a="http://schemas.openxmlformats.org/drawingml/2006/main">
              <a:ext uri="{FF2B5EF4-FFF2-40B4-BE49-F238E27FC236}">
                <a16:creationId xmlns:a16="http://schemas.microsoft.com/office/drawing/2014/main" id="{6608643C-878F-4B21-BF80-CE8DE99E119D}"/>
              </a:ext>
            </a:extLst>
          </p:cNvPr>
          <p:cNvSpPr>
            <a:spLocks xmlns:a="http://schemas.openxmlformats.org/drawingml/2006/main" noGrp="1"/>
          </p:cNvSpPr>
          <p:nvPr/>
        </p:nvSpPr>
        <p:spPr>
          <a:xfrm xmlns:a="http://schemas.openxmlformats.org/drawingml/2006/main">
            <a:off x="1533525" y="2857500"/>
            <a:ext cx="2838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2700" b="1" i="0">
                <a:solidFill>
                  <a:srgbClr val="111111"/>
                </a:solidFill>
                <a:latin typeface="Arial"/>
                <a:ea typeface="Arial"/>
                <a:cs typeface="Arial"/>
              </a:defRPr>
            </a:pPr>
            <a:r>
              <a:rPr sz="2700" b="1" i="0">
                <a:solidFill>
                  <a:srgbClr val="111111"/>
                </a:solidFill>
                <a:latin typeface="Arial"/>
                <a:ea typeface="Arial"/>
                <a:cs typeface="Arial"/>
              </a:rPr>
              <a:t>Content</a:t>
            </a:r>
          </a:p>
        </p:txBody>
      </p:sp>
      <p:sp>
        <p:nvSpPr>
          <p:cNvPr id="35" name="">
            <a:extLst xmlns:a="http://schemas.openxmlformats.org/drawingml/2006/main">
              <a:ext uri="{FF2B5EF4-FFF2-40B4-BE49-F238E27FC236}">
                <a16:creationId xmlns:a16="http://schemas.microsoft.com/office/drawing/2014/main" id="{2D169F83-E1E8-4ACA-A9F0-6E4254072673}"/>
              </a:ext>
            </a:extLst>
          </p:cNvPr>
          <p:cNvSpPr>
            <a:spLocks xmlns:a="http://schemas.openxmlformats.org/drawingml/2006/main" noGrp="1"/>
          </p:cNvSpPr>
          <p:nvPr/>
        </p:nvSpPr>
        <p:spPr>
          <a:xfrm xmlns:a="http://schemas.openxmlformats.org/drawingml/2006/main">
            <a:off x="1609725" y="3714750"/>
            <a:ext cx="2686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2100" b="1" i="0">
                <a:solidFill>
                  <a:srgbClr val="66706D"/>
                </a:solidFill>
                <a:latin typeface="Arial"/>
                <a:ea typeface="Arial"/>
                <a:cs typeface="Arial"/>
              </a:defRPr>
            </a:pPr>
            <a:r>
              <a:rPr sz="2100" b="1" i="0">
                <a:solidFill>
                  <a:srgbClr val="66706D"/>
                </a:solidFill>
                <a:latin typeface="Arial"/>
                <a:ea typeface="Arial"/>
                <a:cs typeface="Arial"/>
              </a:rPr>
              <a:t>Xiaohongshu / TikTok</a:t>
            </a:r>
          </a:p>
        </p:txBody>
      </p:sp>
      <p:sp>
        <p:nvSpPr>
          <p:cNvPr id="36" name="">
            <a:extLst xmlns:a="http://schemas.openxmlformats.org/drawingml/2006/main">
              <a:ext uri="{FF2B5EF4-FFF2-40B4-BE49-F238E27FC236}">
                <a16:creationId xmlns:a16="http://schemas.microsoft.com/office/drawing/2014/main" id="{B2C72F98-27F8-4EA1-BEA7-C93C301A324A}"/>
              </a:ext>
            </a:extLst>
          </p:cNvPr>
          <p:cNvSpPr>
            <a:spLocks xmlns:a="http://schemas.openxmlformats.org/drawingml/2006/main" noGrp="1"/>
          </p:cNvSpPr>
          <p:nvPr/>
        </p:nvSpPr>
        <p:spPr>
          <a:xfrm xmlns:a="http://schemas.openxmlformats.org/drawingml/2006/main">
            <a:off x="1609725" y="4762500"/>
            <a:ext cx="26860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12000"/>
              </a:lnSpc>
              <a:buNone/>
              <a:defRPr sz="1950" b="0" i="0">
                <a:solidFill>
                  <a:srgbClr val="111111"/>
                </a:solidFill>
                <a:latin typeface="Arial"/>
                <a:ea typeface="Arial"/>
                <a:cs typeface="Arial"/>
              </a:defRPr>
            </a:pPr>
            <a:r>
              <a:rPr sz="1950" b="0" i="0">
                <a:solidFill>
                  <a:srgbClr val="111111"/>
                </a:solidFill>
                <a:latin typeface="Arial"/>
                <a:ea typeface="Arial"/>
                <a:cs typeface="Arial"/>
              </a:rPr>
              <a:t>scripts, posts, before-after stories</a:t>
            </a:r>
          </a:p>
        </p:txBody>
      </p:sp>
      <p:sp>
        <p:nvSpPr>
          <p:cNvPr id="37" name="">
            <a:extLst xmlns:a="http://schemas.openxmlformats.org/drawingml/2006/main">
              <a:ext uri="{FF2B5EF4-FFF2-40B4-BE49-F238E27FC236}">
                <a16:creationId xmlns:a16="http://schemas.microsoft.com/office/drawing/2014/main" id="{1E2D3856-5400-456D-A8C6-C4A73E646843}"/>
              </a:ext>
            </a:extLst>
          </p:cNvPr>
          <p:cNvSpPr>
            <a:spLocks xmlns:a="http://schemas.openxmlformats.org/drawingml/2006/main" noGrp="1"/>
          </p:cNvSpPr>
          <p:nvPr/>
        </p:nvSpPr>
        <p:spPr>
          <a:xfrm xmlns:a="http://schemas.openxmlformats.org/drawingml/2006/main">
            <a:off x="5476875" y="2476500"/>
            <a:ext cx="3333750" cy="3543300"/>
          </a:xfrm>
          <a:prstGeom xmlns:a="http://schemas.openxmlformats.org/drawingml/2006/main" prst="roundRect">
            <a:avLst>
              <a:gd name="adj" fmla="val 6857"/>
            </a:avLst>
          </a:prstGeom>
          <a:solidFill xmlns:a="http://schemas.openxmlformats.org/drawingml/2006/main">
            <a:srgbClr val="FFFFFF"/>
          </a:solidFill>
          <a:ln xmlns:a="http://schemas.openxmlformats.org/drawingml/2006/main" w="19050">
            <a:solidFill>
              <a:srgbClr val="222222"/>
            </a:solidFill>
            <a:prstDash val="solid"/>
          </a:ln>
        </p:spPr>
      </p:sp>
      <p:sp>
        <p:nvSpPr>
          <p:cNvPr id="38" name="">
            <a:extLst xmlns:a="http://schemas.openxmlformats.org/drawingml/2006/main">
              <a:ext uri="{FF2B5EF4-FFF2-40B4-BE49-F238E27FC236}">
                <a16:creationId xmlns:a16="http://schemas.microsoft.com/office/drawing/2014/main" id="{E69C7F01-B64C-4FEC-B082-AC16289ABADA}"/>
              </a:ext>
            </a:extLst>
          </p:cNvPr>
          <p:cNvSpPr>
            <a:spLocks xmlns:a="http://schemas.openxmlformats.org/drawingml/2006/main" noGrp="1"/>
          </p:cNvSpPr>
          <p:nvPr/>
        </p:nvSpPr>
        <p:spPr>
          <a:xfrm xmlns:a="http://schemas.openxmlformats.org/drawingml/2006/main">
            <a:off x="5724525" y="2857500"/>
            <a:ext cx="2838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2700" b="1" i="0">
                <a:solidFill>
                  <a:srgbClr val="111111"/>
                </a:solidFill>
                <a:latin typeface="Arial"/>
                <a:ea typeface="Arial"/>
                <a:cs typeface="Arial"/>
              </a:defRPr>
            </a:pPr>
            <a:r>
              <a:rPr sz="2700" b="1" i="0">
                <a:solidFill>
                  <a:srgbClr val="111111"/>
                </a:solidFill>
                <a:latin typeface="Arial"/>
                <a:ea typeface="Arial"/>
                <a:cs typeface="Arial"/>
              </a:rPr>
              <a:t>Products</a:t>
            </a:r>
          </a:p>
        </p:txBody>
      </p:sp>
      <p:sp>
        <p:nvSpPr>
          <p:cNvPr id="39" name="">
            <a:extLst xmlns:a="http://schemas.openxmlformats.org/drawingml/2006/main">
              <a:ext uri="{FF2B5EF4-FFF2-40B4-BE49-F238E27FC236}">
                <a16:creationId xmlns:a16="http://schemas.microsoft.com/office/drawing/2014/main" id="{14C596EB-22FA-4480-A803-B094A77E1080}"/>
              </a:ext>
            </a:extLst>
          </p:cNvPr>
          <p:cNvSpPr>
            <a:spLocks xmlns:a="http://schemas.openxmlformats.org/drawingml/2006/main" noGrp="1"/>
          </p:cNvSpPr>
          <p:nvPr/>
        </p:nvSpPr>
        <p:spPr>
          <a:xfrm xmlns:a="http://schemas.openxmlformats.org/drawingml/2006/main">
            <a:off x="5800725" y="3714750"/>
            <a:ext cx="2686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2100" b="1" i="0">
                <a:solidFill>
                  <a:srgbClr val="66706D"/>
                </a:solidFill>
                <a:latin typeface="Arial"/>
                <a:ea typeface="Arial"/>
                <a:cs typeface="Arial"/>
              </a:defRPr>
            </a:pPr>
            <a:r>
              <a:rPr sz="2100" b="1" i="0">
                <a:solidFill>
                  <a:srgbClr val="66706D"/>
                </a:solidFill>
                <a:latin typeface="Arial"/>
                <a:ea typeface="Arial"/>
                <a:cs typeface="Arial"/>
              </a:rPr>
              <a:t>Taobao / Etsy / Shopify</a:t>
            </a:r>
          </a:p>
        </p:txBody>
      </p:sp>
      <p:sp>
        <p:nvSpPr>
          <p:cNvPr id="40" name="">
            <a:extLst xmlns:a="http://schemas.openxmlformats.org/drawingml/2006/main">
              <a:ext uri="{FF2B5EF4-FFF2-40B4-BE49-F238E27FC236}">
                <a16:creationId xmlns:a16="http://schemas.microsoft.com/office/drawing/2014/main" id="{EB67DB59-BDF8-49CC-9275-18B774701CA2}"/>
              </a:ext>
            </a:extLst>
          </p:cNvPr>
          <p:cNvSpPr>
            <a:spLocks xmlns:a="http://schemas.openxmlformats.org/drawingml/2006/main" noGrp="1"/>
          </p:cNvSpPr>
          <p:nvPr/>
        </p:nvSpPr>
        <p:spPr>
          <a:xfrm xmlns:a="http://schemas.openxmlformats.org/drawingml/2006/main">
            <a:off x="5800725" y="4762500"/>
            <a:ext cx="26860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12000"/>
              </a:lnSpc>
              <a:buNone/>
              <a:defRPr sz="1950" b="0" i="0">
                <a:solidFill>
                  <a:srgbClr val="111111"/>
                </a:solidFill>
                <a:latin typeface="Arial"/>
                <a:ea typeface="Arial"/>
                <a:cs typeface="Arial"/>
              </a:defRPr>
            </a:pPr>
            <a:r>
              <a:rPr sz="1950" b="0" i="0">
                <a:solidFill>
                  <a:srgbClr val="111111"/>
                </a:solidFill>
                <a:latin typeface="Arial"/>
                <a:ea typeface="Arial"/>
                <a:cs typeface="Arial"/>
              </a:rPr>
              <a:t>templates, recipes, labels, kits</a:t>
            </a:r>
          </a:p>
        </p:txBody>
      </p:sp>
      <p:sp>
        <p:nvSpPr>
          <p:cNvPr id="41" name="">
            <a:extLst xmlns:a="http://schemas.openxmlformats.org/drawingml/2006/main">
              <a:ext uri="{FF2B5EF4-FFF2-40B4-BE49-F238E27FC236}">
                <a16:creationId xmlns:a16="http://schemas.microsoft.com/office/drawing/2014/main" id="{B659BBEC-8621-4FEA-9EC4-AD2B55894AE2}"/>
              </a:ext>
            </a:extLst>
          </p:cNvPr>
          <p:cNvSpPr>
            <a:spLocks xmlns:a="http://schemas.openxmlformats.org/drawingml/2006/main" noGrp="1"/>
          </p:cNvSpPr>
          <p:nvPr/>
        </p:nvSpPr>
        <p:spPr>
          <a:xfrm xmlns:a="http://schemas.openxmlformats.org/drawingml/2006/main">
            <a:off x="9667875" y="2476500"/>
            <a:ext cx="3333750" cy="3543300"/>
          </a:xfrm>
          <a:prstGeom xmlns:a="http://schemas.openxmlformats.org/drawingml/2006/main" prst="roundRect">
            <a:avLst>
              <a:gd name="adj" fmla="val 6857"/>
            </a:avLst>
          </a:prstGeom>
          <a:solidFill xmlns:a="http://schemas.openxmlformats.org/drawingml/2006/main">
            <a:srgbClr val="EAF8F4"/>
          </a:solidFill>
          <a:ln xmlns:a="http://schemas.openxmlformats.org/drawingml/2006/main" w="19050">
            <a:solidFill>
              <a:srgbClr val="16A085"/>
            </a:solidFill>
            <a:prstDash val="solid"/>
          </a:ln>
        </p:spPr>
      </p:sp>
      <p:sp>
        <p:nvSpPr>
          <p:cNvPr id="42" name="">
            <a:extLst xmlns:a="http://schemas.openxmlformats.org/drawingml/2006/main">
              <a:ext uri="{FF2B5EF4-FFF2-40B4-BE49-F238E27FC236}">
                <a16:creationId xmlns:a16="http://schemas.microsoft.com/office/drawing/2014/main" id="{EA44AC8C-A97E-4B7A-8540-4F3437F17190}"/>
              </a:ext>
            </a:extLst>
          </p:cNvPr>
          <p:cNvSpPr>
            <a:spLocks xmlns:a="http://schemas.openxmlformats.org/drawingml/2006/main" noGrp="1"/>
          </p:cNvSpPr>
          <p:nvPr/>
        </p:nvSpPr>
        <p:spPr>
          <a:xfrm xmlns:a="http://schemas.openxmlformats.org/drawingml/2006/main">
            <a:off x="9915525" y="2857500"/>
            <a:ext cx="2838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2700" b="1" i="0">
                <a:solidFill>
                  <a:srgbClr val="16A085"/>
                </a:solidFill>
                <a:latin typeface="Arial"/>
                <a:ea typeface="Arial"/>
                <a:cs typeface="Arial"/>
              </a:defRPr>
            </a:pPr>
            <a:r>
              <a:rPr sz="2700" b="1" i="0">
                <a:solidFill>
                  <a:srgbClr val="16A085"/>
                </a:solidFill>
                <a:latin typeface="Arial"/>
                <a:ea typeface="Arial"/>
                <a:cs typeface="Arial"/>
              </a:rPr>
              <a:t>Offline Service</a:t>
            </a:r>
          </a:p>
        </p:txBody>
      </p:sp>
      <p:sp>
        <p:nvSpPr>
          <p:cNvPr id="43" name="">
            <a:extLst xmlns:a="http://schemas.openxmlformats.org/drawingml/2006/main">
              <a:ext uri="{FF2B5EF4-FFF2-40B4-BE49-F238E27FC236}">
                <a16:creationId xmlns:a16="http://schemas.microsoft.com/office/drawing/2014/main" id="{F3A6707C-BED6-4FC7-B933-6517455D9943}"/>
              </a:ext>
            </a:extLst>
          </p:cNvPr>
          <p:cNvSpPr>
            <a:spLocks xmlns:a="http://schemas.openxmlformats.org/drawingml/2006/main" noGrp="1"/>
          </p:cNvSpPr>
          <p:nvPr/>
        </p:nvSpPr>
        <p:spPr>
          <a:xfrm xmlns:a="http://schemas.openxmlformats.org/drawingml/2006/main">
            <a:off x="9991725" y="3714750"/>
            <a:ext cx="2686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2100" b="1" i="0">
                <a:solidFill>
                  <a:srgbClr val="66706D"/>
                </a:solidFill>
                <a:latin typeface="Arial"/>
                <a:ea typeface="Arial"/>
                <a:cs typeface="Arial"/>
              </a:defRPr>
            </a:pPr>
            <a:r>
              <a:rPr sz="2100" b="1" i="0">
                <a:solidFill>
                  <a:srgbClr val="66706D"/>
                </a:solidFill>
                <a:latin typeface="Arial"/>
                <a:ea typeface="Arial"/>
                <a:cs typeface="Arial"/>
              </a:rPr>
              <a:t>local parents / community</a:t>
            </a:r>
          </a:p>
        </p:txBody>
      </p:sp>
      <p:sp>
        <p:nvSpPr>
          <p:cNvPr id="44" name="">
            <a:extLst xmlns:a="http://schemas.openxmlformats.org/drawingml/2006/main">
              <a:ext uri="{FF2B5EF4-FFF2-40B4-BE49-F238E27FC236}">
                <a16:creationId xmlns:a16="http://schemas.microsoft.com/office/drawing/2014/main" id="{F77272D4-68CF-40AF-9751-7D003868F91A}"/>
              </a:ext>
            </a:extLst>
          </p:cNvPr>
          <p:cNvSpPr>
            <a:spLocks xmlns:a="http://schemas.openxmlformats.org/drawingml/2006/main" noGrp="1"/>
          </p:cNvSpPr>
          <p:nvPr/>
        </p:nvSpPr>
        <p:spPr>
          <a:xfrm xmlns:a="http://schemas.openxmlformats.org/drawingml/2006/main">
            <a:off x="9991725" y="4762500"/>
            <a:ext cx="26860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12000"/>
              </a:lnSpc>
              <a:buNone/>
              <a:defRPr sz="1950" b="0" i="0">
                <a:solidFill>
                  <a:srgbClr val="111111"/>
                </a:solidFill>
                <a:latin typeface="Arial"/>
                <a:ea typeface="Arial"/>
                <a:cs typeface="Arial"/>
              </a:defRPr>
            </a:pPr>
            <a:r>
              <a:rPr sz="1950" b="0" i="0">
                <a:solidFill>
                  <a:srgbClr val="111111"/>
                </a:solidFill>
                <a:latin typeface="Arial"/>
                <a:ea typeface="Arial"/>
                <a:cs typeface="Arial"/>
              </a:rPr>
              <a:t>kitchen reset, meal prep, care planning</a:t>
            </a:r>
          </a:p>
        </p:txBody>
      </p:sp>
      <p:sp>
        <p:nvSpPr>
          <p:cNvPr id="45" name="">
            <a:extLst xmlns:a="http://schemas.openxmlformats.org/drawingml/2006/main">
              <a:ext uri="{FF2B5EF4-FFF2-40B4-BE49-F238E27FC236}">
                <a16:creationId xmlns:a16="http://schemas.microsoft.com/office/drawing/2014/main" id="{033BEBDA-E95A-4A07-943E-98016D6DF269}"/>
              </a:ext>
            </a:extLst>
          </p:cNvPr>
          <p:cNvSpPr>
            <a:spLocks xmlns:a="http://schemas.openxmlformats.org/drawingml/2006/main" noGrp="1"/>
          </p:cNvSpPr>
          <p:nvPr/>
        </p:nvSpPr>
        <p:spPr>
          <a:xfrm xmlns:a="http://schemas.openxmlformats.org/drawingml/2006/main">
            <a:off x="13858875" y="2476500"/>
            <a:ext cx="3333750" cy="3543300"/>
          </a:xfrm>
          <a:prstGeom xmlns:a="http://schemas.openxmlformats.org/drawingml/2006/main" prst="roundRect">
            <a:avLst>
              <a:gd name="adj" fmla="val 6857"/>
            </a:avLst>
          </a:prstGeom>
          <a:solidFill xmlns:a="http://schemas.openxmlformats.org/drawingml/2006/main">
            <a:srgbClr val="FFFFFF"/>
          </a:solidFill>
          <a:ln xmlns:a="http://schemas.openxmlformats.org/drawingml/2006/main" w="19050">
            <a:solidFill>
              <a:srgbClr val="222222"/>
            </a:solidFill>
            <a:prstDash val="solid"/>
          </a:ln>
        </p:spPr>
      </p:sp>
      <p:sp>
        <p:nvSpPr>
          <p:cNvPr id="46" name="">
            <a:extLst xmlns:a="http://schemas.openxmlformats.org/drawingml/2006/main">
              <a:ext uri="{FF2B5EF4-FFF2-40B4-BE49-F238E27FC236}">
                <a16:creationId xmlns:a16="http://schemas.microsoft.com/office/drawing/2014/main" id="{500DB1B0-EF32-4F57-AA05-EDD40B6B329A}"/>
              </a:ext>
            </a:extLst>
          </p:cNvPr>
          <p:cNvSpPr>
            <a:spLocks xmlns:a="http://schemas.openxmlformats.org/drawingml/2006/main" noGrp="1"/>
          </p:cNvSpPr>
          <p:nvPr/>
        </p:nvSpPr>
        <p:spPr>
          <a:xfrm xmlns:a="http://schemas.openxmlformats.org/drawingml/2006/main">
            <a:off x="14106525" y="2857500"/>
            <a:ext cx="2838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2700" b="1" i="0">
                <a:solidFill>
                  <a:srgbClr val="111111"/>
                </a:solidFill>
                <a:latin typeface="Arial"/>
                <a:ea typeface="Arial"/>
                <a:cs typeface="Arial"/>
              </a:defRPr>
            </a:pPr>
            <a:r>
              <a:rPr sz="2700" b="1" i="0">
                <a:solidFill>
                  <a:srgbClr val="111111"/>
                </a:solidFill>
                <a:latin typeface="Arial"/>
                <a:ea typeface="Arial"/>
                <a:cs typeface="Arial"/>
              </a:rPr>
              <a:t>Knowledge Service</a:t>
            </a:r>
          </a:p>
        </p:txBody>
      </p:sp>
      <p:sp>
        <p:nvSpPr>
          <p:cNvPr id="47" name="">
            <a:extLst xmlns:a="http://schemas.openxmlformats.org/drawingml/2006/main">
              <a:ext uri="{FF2B5EF4-FFF2-40B4-BE49-F238E27FC236}">
                <a16:creationId xmlns:a16="http://schemas.microsoft.com/office/drawing/2014/main" id="{2C3D6D92-DC45-44E4-86B9-0890689657D1}"/>
              </a:ext>
            </a:extLst>
          </p:cNvPr>
          <p:cNvSpPr>
            <a:spLocks xmlns:a="http://schemas.openxmlformats.org/drawingml/2006/main" noGrp="1"/>
          </p:cNvSpPr>
          <p:nvPr/>
        </p:nvSpPr>
        <p:spPr>
          <a:xfrm xmlns:a="http://schemas.openxmlformats.org/drawingml/2006/main">
            <a:off x="14182725" y="3714750"/>
            <a:ext cx="2686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2100" b="1" i="0">
                <a:solidFill>
                  <a:srgbClr val="66706D"/>
                </a:solidFill>
                <a:latin typeface="Arial"/>
                <a:ea typeface="Arial"/>
                <a:cs typeface="Arial"/>
              </a:defRPr>
            </a:pPr>
            <a:r>
              <a:rPr sz="2100" b="1" i="0">
                <a:solidFill>
                  <a:srgbClr val="66706D"/>
                </a:solidFill>
                <a:latin typeface="Arial"/>
                <a:ea typeface="Arial"/>
                <a:cs typeface="Arial"/>
              </a:rPr>
              <a:t>workshops / consults</a:t>
            </a:r>
          </a:p>
        </p:txBody>
      </p:sp>
      <p:sp>
        <p:nvSpPr>
          <p:cNvPr id="48" name="">
            <a:extLst xmlns:a="http://schemas.openxmlformats.org/drawingml/2006/main">
              <a:ext uri="{FF2B5EF4-FFF2-40B4-BE49-F238E27FC236}">
                <a16:creationId xmlns:a16="http://schemas.microsoft.com/office/drawing/2014/main" id="{7054CAB2-038E-4A0E-BB8D-93305F079CD8}"/>
              </a:ext>
            </a:extLst>
          </p:cNvPr>
          <p:cNvSpPr>
            <a:spLocks xmlns:a="http://schemas.openxmlformats.org/drawingml/2006/main" noGrp="1"/>
          </p:cNvSpPr>
          <p:nvPr/>
        </p:nvSpPr>
        <p:spPr>
          <a:xfrm xmlns:a="http://schemas.openxmlformats.org/drawingml/2006/main">
            <a:off x="14182725" y="4762500"/>
            <a:ext cx="26860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12000"/>
              </a:lnSpc>
              <a:buNone/>
              <a:defRPr sz="1950" b="0" i="0">
                <a:solidFill>
                  <a:srgbClr val="111111"/>
                </a:solidFill>
                <a:latin typeface="Arial"/>
                <a:ea typeface="Arial"/>
                <a:cs typeface="Arial"/>
              </a:defRPr>
            </a:pPr>
            <a:r>
              <a:rPr sz="1950" b="0" i="0">
                <a:solidFill>
                  <a:srgbClr val="111111"/>
                </a:solidFill>
                <a:latin typeface="Arial"/>
                <a:ea typeface="Arial"/>
                <a:cs typeface="Arial"/>
              </a:rPr>
              <a:t>courses, family systems coaching</a:t>
            </a:r>
          </a:p>
        </p:txBody>
      </p:sp>
      <p:sp>
        <p:nvSpPr>
          <p:cNvPr id="49" name="">
            <a:extLst xmlns:a="http://schemas.openxmlformats.org/drawingml/2006/main">
              <a:ext uri="{FF2B5EF4-FFF2-40B4-BE49-F238E27FC236}">
                <a16:creationId xmlns:a16="http://schemas.microsoft.com/office/drawing/2014/main" id="{BF1E3E18-363C-4F9D-98BF-DDD214530D41}"/>
              </a:ext>
            </a:extLst>
          </p:cNvPr>
          <p:cNvSpPr>
            <a:spLocks xmlns:a="http://schemas.openxmlformats.org/drawingml/2006/main" noGrp="1"/>
          </p:cNvSpPr>
          <p:nvPr/>
        </p:nvSpPr>
        <p:spPr>
          <a:xfrm xmlns:a="http://schemas.openxmlformats.org/drawingml/2006/main">
            <a:off x="4381500" y="6953250"/>
            <a:ext cx="952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2925" b="1" i="0">
                <a:solidFill>
                  <a:srgbClr val="111111"/>
                </a:solidFill>
                <a:latin typeface="Arial"/>
                <a:ea typeface="Arial"/>
                <a:cs typeface="Arial"/>
              </a:defRPr>
            </a:pPr>
            <a:r>
              <a:rPr sz="2925" b="1" i="0">
                <a:solidFill>
                  <a:srgbClr val="111111"/>
                </a:solidFill>
                <a:latin typeface="Arial"/>
                <a:ea typeface="Arial"/>
                <a:cs typeface="Arial"/>
              </a:rPr>
              <a:t>Same identity passport, different income paths.</a:t>
            </a:r>
          </a:p>
        </p:txBody>
      </p:sp>
      <p:sp>
        <p:nvSpPr>
          <p:cNvPr id="50" name="">
            <a:extLst xmlns:a="http://schemas.openxmlformats.org/drawingml/2006/main">
              <a:ext uri="{FF2B5EF4-FFF2-40B4-BE49-F238E27FC236}">
                <a16:creationId xmlns:a16="http://schemas.microsoft.com/office/drawing/2014/main" id="{E0BE64D6-3D9F-405A-8828-477A929EBDB9}"/>
              </a:ext>
            </a:extLst>
          </p:cNvPr>
          <p:cNvSpPr>
            <a:spLocks xmlns:a="http://schemas.openxmlformats.org/drawingml/2006/main" noGrp="1"/>
          </p:cNvSpPr>
          <p:nvPr/>
        </p:nvSpPr>
        <p:spPr>
          <a:xfrm xmlns:a="http://schemas.openxmlformats.org/drawingml/2006/main">
            <a:off x="13525500" y="96583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r">
              <a:lnSpc>
                <a:spcPct val="108000"/>
              </a:lnSpc>
              <a:buNone/>
              <a:defRPr sz="1575" b="0" i="0">
                <a:solidFill>
                  <a:srgbClr val="777777"/>
                </a:solidFill>
                <a:latin typeface="Arial"/>
                <a:ea typeface="Arial"/>
                <a:cs typeface="Arial"/>
              </a:defRPr>
            </a:pPr>
            <a:r>
              <a:rPr sz="1575" b="0" i="0">
                <a:solidFill>
                  <a:srgbClr val="777777"/>
                </a:solidFill>
                <a:latin typeface="Arial"/>
                <a:ea typeface="Arial"/>
                <a:cs typeface="Arial"/>
              </a:rPr>
              <a:t>Time: 3:05-4:10 | Slide 5/8</a:t>
            </a:r>
          </a:p>
        </p:txBody>
      </p:sp>
      <p:sp>
        <p:nvSpPr>
          <p:cNvPr id="51" name="">
            <a:extLst xmlns:a="http://schemas.openxmlformats.org/drawingml/2006/main">
              <a:ext uri="{FF2B5EF4-FFF2-40B4-BE49-F238E27FC236}">
                <a16:creationId xmlns:a16="http://schemas.microsoft.com/office/drawing/2014/main" id="{89BA059C-3312-45CD-8E7B-EAFEF3AC0162}"/>
              </a:ext>
            </a:extLst>
          </p:cNvPr>
          <p:cNvSpPr>
            <a:spLocks xmlns:a="http://schemas.openxmlformats.org/drawingml/2006/main" noGrp="1"/>
          </p:cNvSpPr>
          <p:nvPr/>
        </p:nvSpPr>
        <p:spPr>
          <a:xfrm xmlns:a="http://schemas.openxmlformats.org/drawingml/2006/main">
            <a:off x="1333500" y="96583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8000"/>
              </a:lnSpc>
              <a:buNone/>
              <a:defRPr sz="1575" b="0" i="0">
                <a:solidFill>
                  <a:srgbClr val="777777"/>
                </a:solidFill>
                <a:latin typeface="Arial"/>
                <a:ea typeface="Arial"/>
                <a:cs typeface="Arial"/>
              </a:defRPr>
            </a:pPr>
            <a:r>
              <a:rPr sz="1575" b="0" i="0">
                <a:solidFill>
                  <a:srgbClr val="777777"/>
                </a:solidFill>
                <a:latin typeface="Arial"/>
                <a:ea typeface="Arial"/>
                <a:cs typeface="Arial"/>
              </a:rPr>
              <a:t>IDBLOOM | BPA Topic 3 Labor Identity</a:t>
            </a:r>
          </a:p>
        </p:txBody>
      </p:sp>
    </p:spTree>
    <p:extLst>
      <p:ext uri="{BB962C8B-B14F-4D97-AF65-F5344CB8AC3E}">
        <p14:creationId xmlns:p14="http://schemas.microsoft.com/office/powerpoint/2010/main" val="91841810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35A99461-9A0C-428E-9DD4-D0EFD89F5E80}"/>
              </a:ext>
            </a:extLst>
          </p:cNvPr>
          <p:cNvSpPr>
            <a:spLocks xmlns:a="http://schemas.openxmlformats.org/drawingml/2006/main" noGrp="1"/>
          </p:cNvSpPr>
          <p:nvPr/>
        </p:nvSpPr>
        <p:spPr>
          <a:xfrm xmlns:a="http://schemas.openxmlformats.org/drawingml/2006/main" rot="0" flipH="0" flipV="0">
            <a:off x="-1716549" y="-98911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6364D114-4EA9-4940-8B1F-81C1989D5DC7}"/>
              </a:ext>
            </a:extLst>
          </p:cNvPr>
          <p:cNvSpPr>
            <a:spLocks xmlns:a="http://schemas.openxmlformats.org/drawingml/2006/main" noGrp="1"/>
          </p:cNvSpPr>
          <p:nvPr/>
        </p:nvSpPr>
        <p:spPr>
          <a:xfrm xmlns:a="http://schemas.openxmlformats.org/drawingml/2006/main" rot="0" flipH="0" flipV="0">
            <a:off x="1414104" y="-98911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63EE7816-97DA-4CF4-A6A9-A922FA064B2C}"/>
              </a:ext>
            </a:extLst>
          </p:cNvPr>
          <p:cNvSpPr>
            <a:spLocks xmlns:a="http://schemas.openxmlformats.org/drawingml/2006/main" noGrp="1"/>
          </p:cNvSpPr>
          <p:nvPr/>
        </p:nvSpPr>
        <p:spPr>
          <a:xfrm xmlns:a="http://schemas.openxmlformats.org/drawingml/2006/main" rot="0" flipH="0" flipV="0">
            <a:off x="4544378" y="-98911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8BE91846-D934-426C-958E-465A2C1052CA}"/>
              </a:ext>
            </a:extLst>
          </p:cNvPr>
          <p:cNvSpPr>
            <a:spLocks xmlns:a="http://schemas.openxmlformats.org/drawingml/2006/main" noGrp="1"/>
          </p:cNvSpPr>
          <p:nvPr/>
        </p:nvSpPr>
        <p:spPr>
          <a:xfrm xmlns:a="http://schemas.openxmlformats.org/drawingml/2006/main" rot="0" flipH="0" flipV="0">
            <a:off x="7675031" y="-98911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D685BEB9-8B05-4932-BBF2-B9FB07936A45}"/>
              </a:ext>
            </a:extLst>
          </p:cNvPr>
          <p:cNvSpPr>
            <a:spLocks xmlns:a="http://schemas.openxmlformats.org/drawingml/2006/main" noGrp="1"/>
          </p:cNvSpPr>
          <p:nvPr/>
        </p:nvSpPr>
        <p:spPr>
          <a:xfrm xmlns:a="http://schemas.openxmlformats.org/drawingml/2006/main" rot="0" flipH="0" flipV="0">
            <a:off x="10805305" y="-98911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8" name="Freeform 8">
            <a:extLst xmlns:a="http://schemas.openxmlformats.org/drawingml/2006/main">
              <a:ext uri="{FF2B5EF4-FFF2-40B4-BE49-F238E27FC236}">
                <a16:creationId xmlns:a16="http://schemas.microsoft.com/office/drawing/2014/main" id="{6699B59F-46B9-4A4E-923F-203F4CFAD8EB}"/>
              </a:ext>
            </a:extLst>
          </p:cNvPr>
          <p:cNvSpPr>
            <a:spLocks xmlns:a="http://schemas.openxmlformats.org/drawingml/2006/main" noGrp="1"/>
          </p:cNvSpPr>
          <p:nvPr/>
        </p:nvSpPr>
        <p:spPr>
          <a:xfrm xmlns:a="http://schemas.openxmlformats.org/drawingml/2006/main" rot="0" flipH="0" flipV="0">
            <a:off x="13935959" y="-98911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D2D9D2D4-24A3-4A8A-AD59-4A9F0D445B83}"/>
              </a:ext>
            </a:extLst>
          </p:cNvPr>
          <p:cNvSpPr>
            <a:spLocks xmlns:a="http://schemas.openxmlformats.org/drawingml/2006/main" noGrp="1"/>
          </p:cNvSpPr>
          <p:nvPr/>
        </p:nvSpPr>
        <p:spPr>
          <a:xfrm xmlns:a="http://schemas.openxmlformats.org/drawingml/2006/main" rot="0" flipH="0" flipV="0">
            <a:off x="17066232" y="-98911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10" name="Freeform 10">
            <a:extLst xmlns:a="http://schemas.openxmlformats.org/drawingml/2006/main">
              <a:ext uri="{FF2B5EF4-FFF2-40B4-BE49-F238E27FC236}">
                <a16:creationId xmlns:a16="http://schemas.microsoft.com/office/drawing/2014/main" id="{BA519D18-DEE4-4887-A270-27DCCF334672}"/>
              </a:ext>
            </a:extLst>
          </p:cNvPr>
          <p:cNvSpPr>
            <a:spLocks xmlns:a="http://schemas.openxmlformats.org/drawingml/2006/main" noGrp="1"/>
          </p:cNvSpPr>
          <p:nvPr/>
        </p:nvSpPr>
        <p:spPr>
          <a:xfrm xmlns:a="http://schemas.openxmlformats.org/drawingml/2006/main" rot="0" flipH="0" flipV="0">
            <a:off x="-1716359" y="2120133"/>
            <a:ext cx="2937839" cy="2937840"/>
          </a:xfrm>
          <a:custGeom xmlns:a="http://schemas.openxmlformats.org/drawingml/2006/main">
            <a:rect l="l" t="t" r="r" b="b"/>
            <a:pathLst>
              <a:path w="3917120" h="3917120">
                <a:moveTo>
                  <a:pt x="0" y="0"/>
                </a:moveTo>
                <a:lnTo>
                  <a:pt x="3917119" y="0"/>
                </a:lnTo>
                <a:lnTo>
                  <a:pt x="3917119" y="3917120"/>
                </a:lnTo>
                <a:lnTo>
                  <a:pt x="0" y="3917120"/>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11" name="Freeform 11">
            <a:extLst xmlns:a="http://schemas.openxmlformats.org/drawingml/2006/main">
              <a:ext uri="{FF2B5EF4-FFF2-40B4-BE49-F238E27FC236}">
                <a16:creationId xmlns:a16="http://schemas.microsoft.com/office/drawing/2014/main" id="{A8B62E95-B1CE-4336-B035-52486961EE44}"/>
              </a:ext>
            </a:extLst>
          </p:cNvPr>
          <p:cNvSpPr>
            <a:spLocks xmlns:a="http://schemas.openxmlformats.org/drawingml/2006/main" noGrp="1"/>
          </p:cNvSpPr>
          <p:nvPr/>
        </p:nvSpPr>
        <p:spPr>
          <a:xfrm xmlns:a="http://schemas.openxmlformats.org/drawingml/2006/main" rot="0" flipH="0" flipV="0">
            <a:off x="1414295" y="2120133"/>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12" name="Freeform 12">
            <a:extLst xmlns:a="http://schemas.openxmlformats.org/drawingml/2006/main">
              <a:ext uri="{FF2B5EF4-FFF2-40B4-BE49-F238E27FC236}">
                <a16:creationId xmlns:a16="http://schemas.microsoft.com/office/drawing/2014/main" id="{10DBD7F8-BA39-4786-87CB-6D7965E9E755}"/>
              </a:ext>
            </a:extLst>
          </p:cNvPr>
          <p:cNvSpPr>
            <a:spLocks xmlns:a="http://schemas.openxmlformats.org/drawingml/2006/main" noGrp="1"/>
          </p:cNvSpPr>
          <p:nvPr/>
        </p:nvSpPr>
        <p:spPr>
          <a:xfrm xmlns:a="http://schemas.openxmlformats.org/drawingml/2006/main" rot="0" flipH="0" flipV="0">
            <a:off x="4544568" y="2120133"/>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13" name="Freeform 13">
            <a:extLst xmlns:a="http://schemas.openxmlformats.org/drawingml/2006/main">
              <a:ext uri="{FF2B5EF4-FFF2-40B4-BE49-F238E27FC236}">
                <a16:creationId xmlns:a16="http://schemas.microsoft.com/office/drawing/2014/main" id="{9326E051-09B5-47EE-86F9-29C4EE22234A}"/>
              </a:ext>
            </a:extLst>
          </p:cNvPr>
          <p:cNvSpPr>
            <a:spLocks xmlns:a="http://schemas.openxmlformats.org/drawingml/2006/main" noGrp="1"/>
          </p:cNvSpPr>
          <p:nvPr/>
        </p:nvSpPr>
        <p:spPr>
          <a:xfrm xmlns:a="http://schemas.openxmlformats.org/drawingml/2006/main" rot="0" flipH="0" flipV="0">
            <a:off x="7675222" y="2120133"/>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14" name="Freeform 14">
            <a:extLst xmlns:a="http://schemas.openxmlformats.org/drawingml/2006/main">
              <a:ext uri="{FF2B5EF4-FFF2-40B4-BE49-F238E27FC236}">
                <a16:creationId xmlns:a16="http://schemas.microsoft.com/office/drawing/2014/main" id="{09AC9288-99CF-42D9-A0B8-7824FF64A7D5}"/>
              </a:ext>
            </a:extLst>
          </p:cNvPr>
          <p:cNvSpPr>
            <a:spLocks xmlns:a="http://schemas.openxmlformats.org/drawingml/2006/main" noGrp="1"/>
          </p:cNvSpPr>
          <p:nvPr/>
        </p:nvSpPr>
        <p:spPr>
          <a:xfrm xmlns:a="http://schemas.openxmlformats.org/drawingml/2006/main" rot="0" flipH="0" flipV="0">
            <a:off x="10805495" y="2120133"/>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15" name="Freeform 15">
            <a:extLst xmlns:a="http://schemas.openxmlformats.org/drawingml/2006/main">
              <a:ext uri="{FF2B5EF4-FFF2-40B4-BE49-F238E27FC236}">
                <a16:creationId xmlns:a16="http://schemas.microsoft.com/office/drawing/2014/main" id="{68A6D4FB-62F8-40B8-9338-7D7B5216EF2E}"/>
              </a:ext>
            </a:extLst>
          </p:cNvPr>
          <p:cNvSpPr>
            <a:spLocks xmlns:a="http://schemas.openxmlformats.org/drawingml/2006/main" noGrp="1"/>
          </p:cNvSpPr>
          <p:nvPr/>
        </p:nvSpPr>
        <p:spPr>
          <a:xfrm xmlns:a="http://schemas.openxmlformats.org/drawingml/2006/main" rot="0" flipH="0" flipV="0">
            <a:off x="13936149" y="2120133"/>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16" name="Freeform 16">
            <a:extLst xmlns:a="http://schemas.openxmlformats.org/drawingml/2006/main">
              <a:ext uri="{FF2B5EF4-FFF2-40B4-BE49-F238E27FC236}">
                <a16:creationId xmlns:a16="http://schemas.microsoft.com/office/drawing/2014/main" id="{00C0EE9F-0314-4245-B910-18541CC712CD}"/>
              </a:ext>
            </a:extLst>
          </p:cNvPr>
          <p:cNvSpPr>
            <a:spLocks xmlns:a="http://schemas.openxmlformats.org/drawingml/2006/main" noGrp="1"/>
          </p:cNvSpPr>
          <p:nvPr/>
        </p:nvSpPr>
        <p:spPr>
          <a:xfrm xmlns:a="http://schemas.openxmlformats.org/drawingml/2006/main" rot="0" flipH="0" flipV="0">
            <a:off x="17066423" y="2120133"/>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17" name="Freeform 17">
            <a:extLst xmlns:a="http://schemas.openxmlformats.org/drawingml/2006/main">
              <a:ext uri="{FF2B5EF4-FFF2-40B4-BE49-F238E27FC236}">
                <a16:creationId xmlns:a16="http://schemas.microsoft.com/office/drawing/2014/main" id="{72E4433A-DDEC-49E4-9DA2-B0DA2DA0F097}"/>
              </a:ext>
            </a:extLst>
          </p:cNvPr>
          <p:cNvSpPr>
            <a:spLocks xmlns:a="http://schemas.openxmlformats.org/drawingml/2006/main" noGrp="1"/>
          </p:cNvSpPr>
          <p:nvPr/>
        </p:nvSpPr>
        <p:spPr>
          <a:xfrm xmlns:a="http://schemas.openxmlformats.org/drawingml/2006/main" rot="0" flipH="0" flipV="0">
            <a:off x="-1716265" y="5229026"/>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18" name="Freeform 18">
            <a:extLst xmlns:a="http://schemas.openxmlformats.org/drawingml/2006/main">
              <a:ext uri="{FF2B5EF4-FFF2-40B4-BE49-F238E27FC236}">
                <a16:creationId xmlns:a16="http://schemas.microsoft.com/office/drawing/2014/main" id="{4900625C-97F0-4537-BF5C-17A4EF1E4237}"/>
              </a:ext>
            </a:extLst>
          </p:cNvPr>
          <p:cNvSpPr>
            <a:spLocks xmlns:a="http://schemas.openxmlformats.org/drawingml/2006/main" noGrp="1"/>
          </p:cNvSpPr>
          <p:nvPr/>
        </p:nvSpPr>
        <p:spPr>
          <a:xfrm xmlns:a="http://schemas.openxmlformats.org/drawingml/2006/main" rot="0" flipH="0" flipV="0">
            <a:off x="1414390" y="5229026"/>
            <a:ext cx="2937839" cy="2937840"/>
          </a:xfrm>
          <a:custGeom xmlns:a="http://schemas.openxmlformats.org/drawingml/2006/main">
            <a:rect l="l" t="t" r="r" b="b"/>
            <a:pathLst>
              <a:path w="3917120" h="3917120">
                <a:moveTo>
                  <a:pt x="0" y="0"/>
                </a:moveTo>
                <a:lnTo>
                  <a:pt x="3917119" y="0"/>
                </a:lnTo>
                <a:lnTo>
                  <a:pt x="3917119" y="3917119"/>
                </a:lnTo>
                <a:lnTo>
                  <a:pt x="0" y="3917119"/>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19" name="Freeform 19">
            <a:extLst xmlns:a="http://schemas.openxmlformats.org/drawingml/2006/main">
              <a:ext uri="{FF2B5EF4-FFF2-40B4-BE49-F238E27FC236}">
                <a16:creationId xmlns:a16="http://schemas.microsoft.com/office/drawing/2014/main" id="{3604563A-2D71-4418-B978-434A311906F6}"/>
              </a:ext>
            </a:extLst>
          </p:cNvPr>
          <p:cNvSpPr>
            <a:spLocks xmlns:a="http://schemas.openxmlformats.org/drawingml/2006/main" noGrp="1"/>
          </p:cNvSpPr>
          <p:nvPr/>
        </p:nvSpPr>
        <p:spPr>
          <a:xfrm xmlns:a="http://schemas.openxmlformats.org/drawingml/2006/main" rot="0" flipH="0" flipV="0">
            <a:off x="4544663" y="5229026"/>
            <a:ext cx="2937839" cy="2937840"/>
          </a:xfrm>
          <a:custGeom xmlns:a="http://schemas.openxmlformats.org/drawingml/2006/main">
            <a:rect l="l" t="t" r="r" b="b"/>
            <a:pathLst>
              <a:path w="3917120" h="3917120">
                <a:moveTo>
                  <a:pt x="0" y="0"/>
                </a:moveTo>
                <a:lnTo>
                  <a:pt x="3917119" y="0"/>
                </a:lnTo>
                <a:lnTo>
                  <a:pt x="3917119" y="3917119"/>
                </a:lnTo>
                <a:lnTo>
                  <a:pt x="0" y="3917119"/>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20" name="Freeform 20">
            <a:extLst xmlns:a="http://schemas.openxmlformats.org/drawingml/2006/main">
              <a:ext uri="{FF2B5EF4-FFF2-40B4-BE49-F238E27FC236}">
                <a16:creationId xmlns:a16="http://schemas.microsoft.com/office/drawing/2014/main" id="{1678758E-C6A0-4640-ACD6-86D0D6ABD957}"/>
              </a:ext>
            </a:extLst>
          </p:cNvPr>
          <p:cNvSpPr>
            <a:spLocks xmlns:a="http://schemas.openxmlformats.org/drawingml/2006/main" noGrp="1"/>
          </p:cNvSpPr>
          <p:nvPr/>
        </p:nvSpPr>
        <p:spPr>
          <a:xfrm xmlns:a="http://schemas.openxmlformats.org/drawingml/2006/main" rot="0" flipH="0" flipV="0">
            <a:off x="7675317" y="5229026"/>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21" name="Freeform 21">
            <a:extLst xmlns:a="http://schemas.openxmlformats.org/drawingml/2006/main">
              <a:ext uri="{FF2B5EF4-FFF2-40B4-BE49-F238E27FC236}">
                <a16:creationId xmlns:a16="http://schemas.microsoft.com/office/drawing/2014/main" id="{3FB580AD-9A7F-45F7-8807-136C25A3BC48}"/>
              </a:ext>
            </a:extLst>
          </p:cNvPr>
          <p:cNvSpPr>
            <a:spLocks xmlns:a="http://schemas.openxmlformats.org/drawingml/2006/main" noGrp="1"/>
          </p:cNvSpPr>
          <p:nvPr/>
        </p:nvSpPr>
        <p:spPr>
          <a:xfrm xmlns:a="http://schemas.openxmlformats.org/drawingml/2006/main" rot="0" flipH="0" flipV="0">
            <a:off x="10805591" y="5229026"/>
            <a:ext cx="2937839" cy="2937840"/>
          </a:xfrm>
          <a:custGeom xmlns:a="http://schemas.openxmlformats.org/drawingml/2006/main">
            <a:rect l="l" t="t" r="r" b="b"/>
            <a:pathLst>
              <a:path w="3917120" h="3917120">
                <a:moveTo>
                  <a:pt x="0" y="0"/>
                </a:moveTo>
                <a:lnTo>
                  <a:pt x="3917119" y="0"/>
                </a:lnTo>
                <a:lnTo>
                  <a:pt x="3917119" y="3917119"/>
                </a:lnTo>
                <a:lnTo>
                  <a:pt x="0" y="3917119"/>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22" name="Freeform 22">
            <a:extLst xmlns:a="http://schemas.openxmlformats.org/drawingml/2006/main">
              <a:ext uri="{FF2B5EF4-FFF2-40B4-BE49-F238E27FC236}">
                <a16:creationId xmlns:a16="http://schemas.microsoft.com/office/drawing/2014/main" id="{92D77149-CA1C-487E-8073-7144CC560A7C}"/>
              </a:ext>
            </a:extLst>
          </p:cNvPr>
          <p:cNvSpPr>
            <a:spLocks xmlns:a="http://schemas.openxmlformats.org/drawingml/2006/main" noGrp="1"/>
          </p:cNvSpPr>
          <p:nvPr/>
        </p:nvSpPr>
        <p:spPr>
          <a:xfrm xmlns:a="http://schemas.openxmlformats.org/drawingml/2006/main" rot="0" flipH="0" flipV="0">
            <a:off x="13936244" y="5229026"/>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23" name="Freeform 23">
            <a:extLst xmlns:a="http://schemas.openxmlformats.org/drawingml/2006/main">
              <a:ext uri="{FF2B5EF4-FFF2-40B4-BE49-F238E27FC236}">
                <a16:creationId xmlns:a16="http://schemas.microsoft.com/office/drawing/2014/main" id="{C525F601-41D9-4A8F-A44D-C418DE92955D}"/>
              </a:ext>
            </a:extLst>
          </p:cNvPr>
          <p:cNvSpPr>
            <a:spLocks xmlns:a="http://schemas.openxmlformats.org/drawingml/2006/main" noGrp="1"/>
          </p:cNvSpPr>
          <p:nvPr/>
        </p:nvSpPr>
        <p:spPr>
          <a:xfrm xmlns:a="http://schemas.openxmlformats.org/drawingml/2006/main" rot="0" flipH="0" flipV="0">
            <a:off x="17066518" y="5229026"/>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24" name="Freeform 24">
            <a:extLst xmlns:a="http://schemas.openxmlformats.org/drawingml/2006/main">
              <a:ext uri="{FF2B5EF4-FFF2-40B4-BE49-F238E27FC236}">
                <a16:creationId xmlns:a16="http://schemas.microsoft.com/office/drawing/2014/main" id="{B5567B19-B3C8-4E50-8D64-FBB4FB788757}"/>
              </a:ext>
            </a:extLst>
          </p:cNvPr>
          <p:cNvSpPr>
            <a:spLocks xmlns:a="http://schemas.openxmlformats.org/drawingml/2006/main" noGrp="1"/>
          </p:cNvSpPr>
          <p:nvPr/>
        </p:nvSpPr>
        <p:spPr>
          <a:xfrm xmlns:a="http://schemas.openxmlformats.org/drawingml/2006/main" rot="0" flipH="0" flipV="0">
            <a:off x="-1716074" y="833827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25" name="Freeform 25">
            <a:extLst xmlns:a="http://schemas.openxmlformats.org/drawingml/2006/main">
              <a:ext uri="{FF2B5EF4-FFF2-40B4-BE49-F238E27FC236}">
                <a16:creationId xmlns:a16="http://schemas.microsoft.com/office/drawing/2014/main" id="{0DB4AD9C-0ED3-4A8C-85CE-969AD9EE06A5}"/>
              </a:ext>
            </a:extLst>
          </p:cNvPr>
          <p:cNvSpPr>
            <a:spLocks xmlns:a="http://schemas.openxmlformats.org/drawingml/2006/main" noGrp="1"/>
          </p:cNvSpPr>
          <p:nvPr/>
        </p:nvSpPr>
        <p:spPr>
          <a:xfrm xmlns:a="http://schemas.openxmlformats.org/drawingml/2006/main" rot="0" flipH="0" flipV="0">
            <a:off x="1414580" y="833827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26" name="Freeform 26">
            <a:extLst xmlns:a="http://schemas.openxmlformats.org/drawingml/2006/main">
              <a:ext uri="{FF2B5EF4-FFF2-40B4-BE49-F238E27FC236}">
                <a16:creationId xmlns:a16="http://schemas.microsoft.com/office/drawing/2014/main" id="{48723058-C6DA-4DFE-BBC2-B37358F739A0}"/>
              </a:ext>
            </a:extLst>
          </p:cNvPr>
          <p:cNvSpPr>
            <a:spLocks xmlns:a="http://schemas.openxmlformats.org/drawingml/2006/main" noGrp="1"/>
          </p:cNvSpPr>
          <p:nvPr/>
        </p:nvSpPr>
        <p:spPr>
          <a:xfrm xmlns:a="http://schemas.openxmlformats.org/drawingml/2006/main" rot="0" flipH="0" flipV="0">
            <a:off x="4544853" y="833827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27" name="Freeform 27">
            <a:extLst xmlns:a="http://schemas.openxmlformats.org/drawingml/2006/main">
              <a:ext uri="{FF2B5EF4-FFF2-40B4-BE49-F238E27FC236}">
                <a16:creationId xmlns:a16="http://schemas.microsoft.com/office/drawing/2014/main" id="{D2C94758-E0C4-4375-9CCE-C97B73E6758F}"/>
              </a:ext>
            </a:extLst>
          </p:cNvPr>
          <p:cNvSpPr>
            <a:spLocks xmlns:a="http://schemas.openxmlformats.org/drawingml/2006/main" noGrp="1"/>
          </p:cNvSpPr>
          <p:nvPr/>
        </p:nvSpPr>
        <p:spPr>
          <a:xfrm xmlns:a="http://schemas.openxmlformats.org/drawingml/2006/main" rot="0" flipH="0" flipV="0">
            <a:off x="7675507" y="833827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28" name="Freeform 28">
            <a:extLst xmlns:a="http://schemas.openxmlformats.org/drawingml/2006/main">
              <a:ext uri="{FF2B5EF4-FFF2-40B4-BE49-F238E27FC236}">
                <a16:creationId xmlns:a16="http://schemas.microsoft.com/office/drawing/2014/main" id="{88FCA3CA-F22B-42F1-9619-1F5544449206}"/>
              </a:ext>
            </a:extLst>
          </p:cNvPr>
          <p:cNvSpPr>
            <a:spLocks xmlns:a="http://schemas.openxmlformats.org/drawingml/2006/main" noGrp="1"/>
          </p:cNvSpPr>
          <p:nvPr/>
        </p:nvSpPr>
        <p:spPr>
          <a:xfrm xmlns:a="http://schemas.openxmlformats.org/drawingml/2006/main" rot="0" flipH="0" flipV="0">
            <a:off x="10805780" y="833827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29" name="Freeform 29">
            <a:extLst xmlns:a="http://schemas.openxmlformats.org/drawingml/2006/main">
              <a:ext uri="{FF2B5EF4-FFF2-40B4-BE49-F238E27FC236}">
                <a16:creationId xmlns:a16="http://schemas.microsoft.com/office/drawing/2014/main" id="{23152540-B74F-45E0-ABA5-C6DFFCABCD57}"/>
              </a:ext>
            </a:extLst>
          </p:cNvPr>
          <p:cNvSpPr>
            <a:spLocks xmlns:a="http://schemas.openxmlformats.org/drawingml/2006/main" noGrp="1"/>
          </p:cNvSpPr>
          <p:nvPr/>
        </p:nvSpPr>
        <p:spPr>
          <a:xfrm xmlns:a="http://schemas.openxmlformats.org/drawingml/2006/main" rot="0" flipH="0" flipV="0">
            <a:off x="13936434" y="833827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30" name="Freeform 30">
            <a:extLst xmlns:a="http://schemas.openxmlformats.org/drawingml/2006/main">
              <a:ext uri="{FF2B5EF4-FFF2-40B4-BE49-F238E27FC236}">
                <a16:creationId xmlns:a16="http://schemas.microsoft.com/office/drawing/2014/main" id="{00FEAA25-7FC2-4291-8649-4EC555E1A5E9}"/>
              </a:ext>
            </a:extLst>
          </p:cNvPr>
          <p:cNvSpPr>
            <a:spLocks xmlns:a="http://schemas.openxmlformats.org/drawingml/2006/main" noGrp="1"/>
          </p:cNvSpPr>
          <p:nvPr/>
        </p:nvSpPr>
        <p:spPr>
          <a:xfrm xmlns:a="http://schemas.openxmlformats.org/drawingml/2006/main" rot="0" flipH="0" flipV="0">
            <a:off x="17066708" y="8338275"/>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c264c4759f294619">
              <a:extLst>
                <a:ext uri="{96DAC541-7B7A-43D3-8B79-37D633B846F1}">
                  <asvg:svgBlip xmlns:asvg="http://schemas.microsoft.com/office/drawing/2016/SVG/main" r:embed="R98d39a8d62a340be"/>
                </a:ext>
              </a:extLst>
            </a:blip>
            <a:stretch>
              <a:fillRect l="0" t="0" r="0" b="0"/>
            </a:stretch>
          </a:blipFill>
        </p:spPr>
      </p:sp>
      <p:sp>
        <p:nvSpPr>
          <p:cNvPr id="31" name="">
            <a:extLst xmlns:a="http://schemas.openxmlformats.org/drawingml/2006/main">
              <a:ext uri="{FF2B5EF4-FFF2-40B4-BE49-F238E27FC236}">
                <a16:creationId xmlns:a16="http://schemas.microsoft.com/office/drawing/2014/main" id="{A013AC60-1DCA-45DD-BC64-414933E80C62}"/>
              </a:ext>
            </a:extLst>
          </p:cNvPr>
          <p:cNvSpPr>
            <a:spLocks xmlns:a="http://schemas.openxmlformats.org/drawingml/2006/main" noGrp="1"/>
          </p:cNvSpPr>
          <p:nvPr/>
        </p:nvSpPr>
        <p:spPr>
          <a:xfrm xmlns:a="http://schemas.openxmlformats.org/drawingml/2006/main" rot="-108000">
            <a:off x="6191250" y="647700"/>
            <a:ext cx="5905500" cy="781050"/>
          </a:xfrm>
          <a:prstGeom xmlns:a="http://schemas.openxmlformats.org/drawingml/2006/main" prst="roundRect">
            <a:avLst>
              <a:gd name="adj" fmla="val 14634"/>
            </a:avLst>
          </a:prstGeom>
          <a:solidFill xmlns:a="http://schemas.openxmlformats.org/drawingml/2006/main">
            <a:srgbClr val="FFE21A"/>
          </a:solidFill>
          <a:ln xmlns:a="http://schemas.openxmlformats.org/drawingml/2006/main" w="19050">
            <a:solidFill>
              <a:srgbClr val="FFE21A"/>
            </a:solidFill>
            <a:prstDash val="solid"/>
          </a:ln>
        </p:spPr>
      </p:sp>
      <p:sp>
        <p:nvSpPr>
          <p:cNvPr id="32" name="">
            <a:extLst xmlns:a="http://schemas.openxmlformats.org/drawingml/2006/main">
              <a:ext uri="{FF2B5EF4-FFF2-40B4-BE49-F238E27FC236}">
                <a16:creationId xmlns:a16="http://schemas.microsoft.com/office/drawing/2014/main" id="{C3599B4B-1E36-47AD-B971-9EE1ED5C7975}"/>
              </a:ext>
            </a:extLst>
          </p:cNvPr>
          <p:cNvSpPr>
            <a:spLocks xmlns:a="http://schemas.openxmlformats.org/drawingml/2006/main" noGrp="1"/>
          </p:cNvSpPr>
          <p:nvPr/>
        </p:nvSpPr>
        <p:spPr>
          <a:xfrm xmlns:a="http://schemas.openxmlformats.org/drawingml/2006/main">
            <a:off x="5238750" y="781050"/>
            <a:ext cx="7810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2925" b="1" i="1">
                <a:solidFill>
                  <a:srgbClr val="111111"/>
                </a:solidFill>
                <a:latin typeface="Arial Black"/>
                <a:ea typeface="Arial Black"/>
                <a:cs typeface="Arial Black"/>
              </a:defRPr>
            </a:pPr>
            <a:r>
              <a:rPr sz="2925" b="1" i="1">
                <a:solidFill>
                  <a:srgbClr val="111111"/>
                </a:solidFill>
                <a:latin typeface="Arial Black"/>
                <a:ea typeface="Arial Black"/>
                <a:cs typeface="Arial Black"/>
              </a:rPr>
              <a:t>Industries monetize uniqueness</a:t>
            </a:r>
          </a:p>
        </p:txBody>
      </p:sp>
      <p:graphicFrame>
        <p:nvGraphicFramePr>
          <p:cNvPr id="67" name=""/>
          <p:cNvGraphicFramePr/>
          <p:nvPr/>
        </p:nvGraphicFramePr>
        <p:xfrm>
          <a:off xmlns:a="http://schemas.openxmlformats.org/drawingml/2006/main" x="952500" y="2428875"/>
          <a:ext xmlns:a="http://schemas.openxmlformats.org/drawingml/2006/main" cx="16383000" cy="4857750"/>
        </p:xfrm>
        <a:graphic xmlns:a="http://schemas.openxmlformats.org/drawingml/2006/main">
          <a:graphicData uri="http://schemas.openxmlformats.org/drawingml/2006/table">
            <a:tbl>
              <a:tblPr firstRow="1" bandRow="1"/>
              <a:tblGrid>
                <a:gridCol w="3003550"/>
                <a:gridCol w="4641850"/>
                <a:gridCol w="3822700"/>
                <a:gridCol w="4914900"/>
              </a:tblGrid>
              <a:tr h="1214438">
                <a:tc>
                  <a:txBody>
                    <a:bodyPr/>
                    <a:lstStyle/>
                    <a:p>
                      <a:pPr algn="ctr"/>
                      <a:r>
                        <a:rPr sz="1800" b="1">
                          <a:solidFill>
                            <a:srgbClr val="111111"/>
                          </a:solidFill>
                        </a:rPr>
                        <a:t>Labor Identity</a:t>
                      </a:r>
                    </a:p>
                  </a:txBody>
                  <a:tcPr marL="91440" marR="91440" marT="45720" marB="45720" anchor="ctr">
                    <a:solidFill>
                      <a:srgbClr val="FFE21A"/>
                    </a:solidFill>
                  </a:tcPr>
                </a:tc>
                <a:tc>
                  <a:txBody>
                    <a:bodyPr/>
                    <a:lstStyle/>
                    <a:p>
                      <a:pPr algn="ctr"/>
                      <a:r>
                        <a:rPr sz="1800" b="1">
                          <a:solidFill>
                            <a:srgbClr val="111111"/>
                          </a:solidFill>
                        </a:rPr>
                        <a:t>Distinctiveness</a:t>
                      </a:r>
                    </a:p>
                  </a:txBody>
                  <a:tcPr marL="91440" marR="91440" marT="45720" marB="45720" anchor="ctr">
                    <a:solidFill>
                      <a:srgbClr val="FFE21A"/>
                    </a:solidFill>
                  </a:tcPr>
                </a:tc>
                <a:tc>
                  <a:txBody>
                    <a:bodyPr/>
                    <a:lstStyle/>
                    <a:p>
                      <a:pPr algn="ctr"/>
                      <a:r>
                        <a:rPr sz="1800" b="1">
                          <a:solidFill>
                            <a:srgbClr val="111111"/>
                          </a:solidFill>
                        </a:rPr>
                        <a:t>Example</a:t>
                      </a:r>
                    </a:p>
                  </a:txBody>
                  <a:tcPr marL="91440" marR="91440" marT="45720" marB="45720" anchor="ctr">
                    <a:solidFill>
                      <a:srgbClr val="FFE21A"/>
                    </a:solidFill>
                  </a:tcPr>
                </a:tc>
                <a:tc>
                  <a:txBody>
                    <a:bodyPr/>
                    <a:lstStyle/>
                    <a:p>
                      <a:pPr algn="ctr"/>
                      <a:r>
                        <a:rPr sz="1800" b="1">
                          <a:solidFill>
                            <a:srgbClr val="111111"/>
                          </a:solidFill>
                        </a:rPr>
                        <a:t>Digital tool -&gt; value</a:t>
                      </a:r>
                    </a:p>
                  </a:txBody>
                  <a:tcPr marL="91440" marR="91440" marT="45720" marB="45720" anchor="ctr">
                    <a:solidFill>
                      <a:srgbClr val="FFE21A"/>
                    </a:solidFill>
                  </a:tcPr>
                </a:tc>
              </a:tr>
              <a:tr h="1214438">
                <a:tc>
                  <a:txBody>
                    <a:bodyPr/>
                    <a:lstStyle/>
                    <a:p>
                      <a:pPr algn="ctr"/>
                      <a:r>
                        <a:rPr sz="1650">
                          <a:solidFill>
                            <a:srgbClr val="111111"/>
                          </a:solidFill>
                        </a:rPr>
                        <a:t>Virtual-world designer</a:t>
                      </a:r>
                    </a:p>
                  </a:txBody>
                  <a:tcPr marL="91440" marR="91440" marT="45720" marB="45720" anchor="ctr"/>
                </a:tc>
                <a:tc>
                  <a:txBody>
                    <a:bodyPr/>
                    <a:lstStyle/>
                    <a:p>
                      <a:pPr algn="l"/>
                      <a:r>
                        <a:rPr sz="1650">
                          <a:solidFill>
                            <a:srgbClr val="111111"/>
                          </a:solidFill>
                        </a:rPr>
                        <a:t>spatial intuition + worldbuilding</a:t>
                      </a:r>
                    </a:p>
                  </a:txBody>
                  <a:tcPr marL="91440" marR="91440" marT="45720" marB="45720" anchor="ctr"/>
                </a:tc>
                <a:tc>
                  <a:txBody>
                    <a:bodyPr/>
                    <a:lstStyle/>
                    <a:p>
                      <a:pPr algn="l"/>
                      <a:r>
                        <a:rPr sz="1650">
                          <a:solidFill>
                            <a:srgbClr val="111111"/>
                          </a:solidFill>
                        </a:rPr>
                        <a:t>Roblox maps</a:t>
                      </a:r>
                    </a:p>
                  </a:txBody>
                  <a:tcPr marL="91440" marR="91440" marT="45720" marB="45720" anchor="ctr"/>
                </a:tc>
                <a:tc>
                  <a:txBody>
                    <a:bodyPr/>
                    <a:lstStyle/>
                    <a:p>
                      <a:pPr algn="l"/>
                      <a:r>
                        <a:rPr sz="1650">
                          <a:solidFill>
                            <a:srgbClr val="111111"/>
                          </a:solidFill>
                        </a:rPr>
                        <a:t>game engines + AI -&gt; creator revenue</a:t>
                      </a:r>
                    </a:p>
                  </a:txBody>
                  <a:tcPr marL="91440" marR="91440" marT="45720" marB="45720" anchor="ctr"/>
                </a:tc>
              </a:tr>
              <a:tr h="1214438">
                <a:tc>
                  <a:txBody>
                    <a:bodyPr/>
                    <a:lstStyle/>
                    <a:p>
                      <a:pPr algn="ctr"/>
                      <a:r>
                        <a:rPr sz="1650">
                          <a:solidFill>
                            <a:srgbClr val="111111"/>
                          </a:solidFill>
                        </a:rPr>
                        <a:t>Knowledge coach</a:t>
                      </a:r>
                    </a:p>
                  </a:txBody>
                  <a:tcPr marL="91440" marR="91440" marT="45720" marB="45720" anchor="ctr"/>
                </a:tc>
                <a:tc>
                  <a:txBody>
                    <a:bodyPr/>
                    <a:lstStyle/>
                    <a:p>
                      <a:pPr algn="l"/>
                      <a:r>
                        <a:rPr sz="1650">
                          <a:solidFill>
                            <a:srgbClr val="111111"/>
                          </a:solidFill>
                        </a:rPr>
                        <a:t>empathy + explanation style</a:t>
                      </a:r>
                    </a:p>
                  </a:txBody>
                  <a:tcPr marL="91440" marR="91440" marT="45720" marB="45720" anchor="ctr"/>
                </a:tc>
                <a:tc>
                  <a:txBody>
                    <a:bodyPr/>
                    <a:lstStyle/>
                    <a:p>
                      <a:pPr algn="l"/>
                      <a:r>
                        <a:rPr sz="1650">
                          <a:solidFill>
                            <a:srgbClr val="111111"/>
                          </a:solidFill>
                        </a:rPr>
                        <a:t>bilingual tutor</a:t>
                      </a:r>
                    </a:p>
                  </a:txBody>
                  <a:tcPr marL="91440" marR="91440" marT="45720" marB="45720" anchor="ctr"/>
                </a:tc>
                <a:tc>
                  <a:txBody>
                    <a:bodyPr/>
                    <a:lstStyle/>
                    <a:p>
                      <a:pPr algn="l"/>
                      <a:r>
                        <a:rPr sz="1650">
                          <a:solidFill>
                            <a:srgbClr val="111111"/>
                          </a:solidFill>
                        </a:rPr>
                        <a:t>AI lesson plans -&gt; workshops</a:t>
                      </a:r>
                    </a:p>
                  </a:txBody>
                  <a:tcPr marL="91440" marR="91440" marT="45720" marB="45720" anchor="ctr"/>
                </a:tc>
              </a:tr>
              <a:tr h="1214438">
                <a:tc>
                  <a:txBody>
                    <a:bodyPr/>
                    <a:lstStyle/>
                    <a:p>
                      <a:pPr algn="ctr"/>
                      <a:r>
                        <a:rPr sz="1650">
                          <a:solidFill>
                            <a:srgbClr val="111111"/>
                          </a:solidFill>
                        </a:rPr>
                        <a:t>Homemaker / IDBLOOM</a:t>
                      </a:r>
                    </a:p>
                  </a:txBody>
                  <a:tcPr marL="91440" marR="91440" marT="45720" marB="45720" anchor="ctr"/>
                </a:tc>
                <a:tc>
                  <a:txBody>
                    <a:bodyPr/>
                    <a:lstStyle/>
                    <a:p>
                      <a:pPr algn="l"/>
                      <a:r>
                        <a:rPr sz="1650">
                          <a:solidFill>
                            <a:srgbClr val="111111"/>
                          </a:solidFill>
                        </a:rPr>
                        <a:t>routine design + care + taste</a:t>
                      </a:r>
                    </a:p>
                  </a:txBody>
                  <a:tcPr marL="91440" marR="91440" marT="45720" marB="45720" anchor="ctr"/>
                </a:tc>
                <a:tc>
                  <a:txBody>
                    <a:bodyPr/>
                    <a:lstStyle/>
                    <a:p>
                      <a:pPr algn="l"/>
                      <a:r>
                        <a:rPr sz="1650">
                          <a:solidFill>
                            <a:srgbClr val="111111"/>
                          </a:solidFill>
                        </a:rPr>
                        <a:t>Mrs. Chan</a:t>
                      </a:r>
                    </a:p>
                  </a:txBody>
                  <a:tcPr marL="91440" marR="91440" marT="45720" marB="45720" anchor="ctr"/>
                </a:tc>
                <a:tc>
                  <a:txBody>
                    <a:bodyPr/>
                    <a:lstStyle/>
                    <a:p>
                      <a:pPr algn="l"/>
                      <a:r>
                        <a:rPr sz="1650">
                          <a:solidFill>
                            <a:srgbClr val="111111"/>
                          </a:solidFill>
                        </a:rPr>
                        <a:t>AI identity engine -&gt; local services</a:t>
                      </a:r>
                    </a:p>
                  </a:txBody>
                  <a:tcPr marL="91440" marR="91440" marT="45720" marB="45720" anchor="ctr"/>
                </a:tc>
              </a:tr>
            </a:tbl>
          </a:graphicData>
        </a:graphic>
      </p:graphicFrame>
      <p:sp>
        <p:nvSpPr>
          <p:cNvPr id="34" name="">
            <a:extLst xmlns:a="http://schemas.openxmlformats.org/drawingml/2006/main">
              <a:ext uri="{FF2B5EF4-FFF2-40B4-BE49-F238E27FC236}">
                <a16:creationId xmlns:a16="http://schemas.microsoft.com/office/drawing/2014/main" id="{CD2487F8-E382-4913-AFE6-D7F0D963AF0E}"/>
              </a:ext>
            </a:extLst>
          </p:cNvPr>
          <p:cNvSpPr>
            <a:spLocks xmlns:a="http://schemas.openxmlformats.org/drawingml/2006/main" noGrp="1"/>
          </p:cNvSpPr>
          <p:nvPr/>
        </p:nvSpPr>
        <p:spPr>
          <a:xfrm xmlns:a="http://schemas.openxmlformats.org/drawingml/2006/main">
            <a:off x="2571750" y="7810500"/>
            <a:ext cx="1314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2625" b="1" i="0">
                <a:solidFill>
                  <a:srgbClr val="111111"/>
                </a:solidFill>
                <a:latin typeface="Arial"/>
                <a:ea typeface="Arial"/>
                <a:cs typeface="Arial"/>
              </a:defRPr>
            </a:pPr>
            <a:r>
              <a:rPr sz="2625" b="1" i="0">
                <a:solidFill>
                  <a:srgbClr val="111111"/>
                </a:solidFill>
                <a:latin typeface="Arial"/>
                <a:ea typeface="Arial"/>
                <a:cs typeface="Arial"/>
              </a:rPr>
              <a:t>The missing tool for homemakers is not labor matching. It is identity translation.</a:t>
            </a:r>
          </a:p>
        </p:txBody>
      </p:sp>
      <p:sp>
        <p:nvSpPr>
          <p:cNvPr id="35" name="">
            <a:extLst xmlns:a="http://schemas.openxmlformats.org/drawingml/2006/main">
              <a:ext uri="{FF2B5EF4-FFF2-40B4-BE49-F238E27FC236}">
                <a16:creationId xmlns:a16="http://schemas.microsoft.com/office/drawing/2014/main" id="{E2D52738-1E0E-4FC9-A8A3-4A7DCD5F004F}"/>
              </a:ext>
            </a:extLst>
          </p:cNvPr>
          <p:cNvSpPr>
            <a:spLocks xmlns:a="http://schemas.openxmlformats.org/drawingml/2006/main" noGrp="1"/>
          </p:cNvSpPr>
          <p:nvPr/>
        </p:nvSpPr>
        <p:spPr>
          <a:xfrm xmlns:a="http://schemas.openxmlformats.org/drawingml/2006/main">
            <a:off x="13525500" y="96583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r">
              <a:lnSpc>
                <a:spcPct val="108000"/>
              </a:lnSpc>
              <a:buNone/>
              <a:defRPr sz="1575" b="0" i="0">
                <a:solidFill>
                  <a:srgbClr val="777777"/>
                </a:solidFill>
                <a:latin typeface="Arial"/>
                <a:ea typeface="Arial"/>
                <a:cs typeface="Arial"/>
              </a:defRPr>
            </a:pPr>
            <a:r>
              <a:rPr sz="1575" b="0" i="0">
                <a:solidFill>
                  <a:srgbClr val="777777"/>
                </a:solidFill>
                <a:latin typeface="Arial"/>
                <a:ea typeface="Arial"/>
                <a:cs typeface="Arial"/>
              </a:rPr>
              <a:t>Time: 4:10-5:00 | Slide 6/8</a:t>
            </a:r>
          </a:p>
        </p:txBody>
      </p:sp>
      <p:sp>
        <p:nvSpPr>
          <p:cNvPr id="36" name="">
            <a:extLst xmlns:a="http://schemas.openxmlformats.org/drawingml/2006/main">
              <a:ext uri="{FF2B5EF4-FFF2-40B4-BE49-F238E27FC236}">
                <a16:creationId xmlns:a16="http://schemas.microsoft.com/office/drawing/2014/main" id="{DF01ED48-1BAB-4CC3-8600-E26B66EE81F6}"/>
              </a:ext>
            </a:extLst>
          </p:cNvPr>
          <p:cNvSpPr>
            <a:spLocks xmlns:a="http://schemas.openxmlformats.org/drawingml/2006/main" noGrp="1"/>
          </p:cNvSpPr>
          <p:nvPr/>
        </p:nvSpPr>
        <p:spPr>
          <a:xfrm xmlns:a="http://schemas.openxmlformats.org/drawingml/2006/main">
            <a:off x="1333500" y="96583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8000"/>
              </a:lnSpc>
              <a:buNone/>
              <a:defRPr sz="1575" b="0" i="0">
                <a:solidFill>
                  <a:srgbClr val="777777"/>
                </a:solidFill>
                <a:latin typeface="Arial"/>
                <a:ea typeface="Arial"/>
                <a:cs typeface="Arial"/>
              </a:defRPr>
            </a:pPr>
            <a:r>
              <a:rPr sz="1575" b="0" i="0">
                <a:solidFill>
                  <a:srgbClr val="777777"/>
                </a:solidFill>
                <a:latin typeface="Arial"/>
                <a:ea typeface="Arial"/>
                <a:cs typeface="Arial"/>
              </a:rPr>
              <a:t>IDBLOOM | BPA Topic 3 Labor Identity</a:t>
            </a:r>
          </a:p>
        </p:txBody>
      </p:sp>
    </p:spTree>
    <p:extLst>
      <p:ext uri="{BB962C8B-B14F-4D97-AF65-F5344CB8AC3E}">
        <p14:creationId xmlns:p14="http://schemas.microsoft.com/office/powerpoint/2010/main" val="138657876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3EED4136-64A3-4C6F-9F66-177679562992}"/>
              </a:ext>
            </a:extLst>
          </p:cNvPr>
          <p:cNvSpPr>
            <a:spLocks xmlns:a="http://schemas.openxmlformats.org/drawingml/2006/main" noGrp="1"/>
          </p:cNvSpPr>
          <p:nvPr/>
        </p:nvSpPr>
        <p:spPr>
          <a:xfrm xmlns:a="http://schemas.openxmlformats.org/drawingml/2006/main" rot="0" flipH="0" flipV="0">
            <a:off x="-1164241"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BCCB97D0-6FC5-4AB7-B106-FF027A4EB3C8}"/>
              </a:ext>
            </a:extLst>
          </p:cNvPr>
          <p:cNvSpPr>
            <a:spLocks xmlns:a="http://schemas.openxmlformats.org/drawingml/2006/main" noGrp="1"/>
          </p:cNvSpPr>
          <p:nvPr/>
        </p:nvSpPr>
        <p:spPr>
          <a:xfrm xmlns:a="http://schemas.openxmlformats.org/drawingml/2006/main" rot="0" flipH="0" flipV="0">
            <a:off x="1966412"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9416FF61-2D08-4025-BE66-C62DF256B7E6}"/>
              </a:ext>
            </a:extLst>
          </p:cNvPr>
          <p:cNvSpPr>
            <a:spLocks xmlns:a="http://schemas.openxmlformats.org/drawingml/2006/main" noGrp="1"/>
          </p:cNvSpPr>
          <p:nvPr/>
        </p:nvSpPr>
        <p:spPr>
          <a:xfrm xmlns:a="http://schemas.openxmlformats.org/drawingml/2006/main" rot="0" flipH="0" flipV="0">
            <a:off x="5096686"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60A445EB-B6B0-4515-BF18-7DE37A42A929}"/>
              </a:ext>
            </a:extLst>
          </p:cNvPr>
          <p:cNvSpPr>
            <a:spLocks xmlns:a="http://schemas.openxmlformats.org/drawingml/2006/main" noGrp="1"/>
          </p:cNvSpPr>
          <p:nvPr/>
        </p:nvSpPr>
        <p:spPr>
          <a:xfrm xmlns:a="http://schemas.openxmlformats.org/drawingml/2006/main" rot="0" flipH="0" flipV="0">
            <a:off x="8227339"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94C4836B-97E8-4997-9514-4539EC3E5DDD}"/>
              </a:ext>
            </a:extLst>
          </p:cNvPr>
          <p:cNvSpPr>
            <a:spLocks xmlns:a="http://schemas.openxmlformats.org/drawingml/2006/main" noGrp="1"/>
          </p:cNvSpPr>
          <p:nvPr/>
        </p:nvSpPr>
        <p:spPr>
          <a:xfrm xmlns:a="http://schemas.openxmlformats.org/drawingml/2006/main" rot="0" flipH="0" flipV="0">
            <a:off x="11357613"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8" name="Freeform 8">
            <a:extLst xmlns:a="http://schemas.openxmlformats.org/drawingml/2006/main">
              <a:ext uri="{FF2B5EF4-FFF2-40B4-BE49-F238E27FC236}">
                <a16:creationId xmlns:a16="http://schemas.microsoft.com/office/drawing/2014/main" id="{B77A8992-7906-4B52-8DFD-F59A0D193978}"/>
              </a:ext>
            </a:extLst>
          </p:cNvPr>
          <p:cNvSpPr>
            <a:spLocks xmlns:a="http://schemas.openxmlformats.org/drawingml/2006/main" noGrp="1"/>
          </p:cNvSpPr>
          <p:nvPr/>
        </p:nvSpPr>
        <p:spPr>
          <a:xfrm xmlns:a="http://schemas.openxmlformats.org/drawingml/2006/main" rot="0" flipH="0" flipV="0">
            <a:off x="14488267"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5B36AED8-9734-441F-8022-D87E42A6FE5C}"/>
              </a:ext>
            </a:extLst>
          </p:cNvPr>
          <p:cNvSpPr>
            <a:spLocks xmlns:a="http://schemas.openxmlformats.org/drawingml/2006/main" noGrp="1"/>
          </p:cNvSpPr>
          <p:nvPr/>
        </p:nvSpPr>
        <p:spPr>
          <a:xfrm xmlns:a="http://schemas.openxmlformats.org/drawingml/2006/main" rot="0" flipH="0" flipV="0">
            <a:off x="17618540" y="-39323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10" name="Freeform 10">
            <a:extLst xmlns:a="http://schemas.openxmlformats.org/drawingml/2006/main">
              <a:ext uri="{FF2B5EF4-FFF2-40B4-BE49-F238E27FC236}">
                <a16:creationId xmlns:a16="http://schemas.microsoft.com/office/drawing/2014/main" id="{7B912FEB-DCA9-4B73-BE21-7B2110DE7762}"/>
              </a:ext>
            </a:extLst>
          </p:cNvPr>
          <p:cNvSpPr>
            <a:spLocks xmlns:a="http://schemas.openxmlformats.org/drawingml/2006/main" noGrp="1"/>
          </p:cNvSpPr>
          <p:nvPr/>
        </p:nvSpPr>
        <p:spPr>
          <a:xfrm xmlns:a="http://schemas.openxmlformats.org/drawingml/2006/main" rot="0" flipH="0" flipV="0">
            <a:off x="-1164051" y="2716009"/>
            <a:ext cx="2937839" cy="2937840"/>
          </a:xfrm>
          <a:custGeom xmlns:a="http://schemas.openxmlformats.org/drawingml/2006/main">
            <a:rect l="l" t="t" r="r" b="b"/>
            <a:pathLst>
              <a:path w="3917120" h="3917120">
                <a:moveTo>
                  <a:pt x="0" y="0"/>
                </a:moveTo>
                <a:lnTo>
                  <a:pt x="3917119" y="0"/>
                </a:lnTo>
                <a:lnTo>
                  <a:pt x="3917119" y="3917120"/>
                </a:lnTo>
                <a:lnTo>
                  <a:pt x="0" y="3917120"/>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11" name="Freeform 11">
            <a:extLst xmlns:a="http://schemas.openxmlformats.org/drawingml/2006/main">
              <a:ext uri="{FF2B5EF4-FFF2-40B4-BE49-F238E27FC236}">
                <a16:creationId xmlns:a16="http://schemas.microsoft.com/office/drawing/2014/main" id="{CA8C0D76-9743-4852-B3EA-CB1480141A39}"/>
              </a:ext>
            </a:extLst>
          </p:cNvPr>
          <p:cNvSpPr>
            <a:spLocks xmlns:a="http://schemas.openxmlformats.org/drawingml/2006/main" noGrp="1"/>
          </p:cNvSpPr>
          <p:nvPr/>
        </p:nvSpPr>
        <p:spPr>
          <a:xfrm xmlns:a="http://schemas.openxmlformats.org/drawingml/2006/main" rot="0" flipH="0" flipV="0">
            <a:off x="1966603" y="271600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12" name="Freeform 12">
            <a:extLst xmlns:a="http://schemas.openxmlformats.org/drawingml/2006/main">
              <a:ext uri="{FF2B5EF4-FFF2-40B4-BE49-F238E27FC236}">
                <a16:creationId xmlns:a16="http://schemas.microsoft.com/office/drawing/2014/main" id="{771E8062-C5AB-4372-8F81-E3487422C967}"/>
              </a:ext>
            </a:extLst>
          </p:cNvPr>
          <p:cNvSpPr>
            <a:spLocks xmlns:a="http://schemas.openxmlformats.org/drawingml/2006/main" noGrp="1"/>
          </p:cNvSpPr>
          <p:nvPr/>
        </p:nvSpPr>
        <p:spPr>
          <a:xfrm xmlns:a="http://schemas.openxmlformats.org/drawingml/2006/main" rot="0" flipH="0" flipV="0">
            <a:off x="5096876" y="271600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13" name="Freeform 13">
            <a:extLst xmlns:a="http://schemas.openxmlformats.org/drawingml/2006/main">
              <a:ext uri="{FF2B5EF4-FFF2-40B4-BE49-F238E27FC236}">
                <a16:creationId xmlns:a16="http://schemas.microsoft.com/office/drawing/2014/main" id="{420B0BC0-5981-43D9-91F0-AA96D3E4AC12}"/>
              </a:ext>
            </a:extLst>
          </p:cNvPr>
          <p:cNvSpPr>
            <a:spLocks xmlns:a="http://schemas.openxmlformats.org/drawingml/2006/main" noGrp="1"/>
          </p:cNvSpPr>
          <p:nvPr/>
        </p:nvSpPr>
        <p:spPr>
          <a:xfrm xmlns:a="http://schemas.openxmlformats.org/drawingml/2006/main" rot="0" flipH="0" flipV="0">
            <a:off x="8227530" y="271600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14" name="Freeform 14">
            <a:extLst xmlns:a="http://schemas.openxmlformats.org/drawingml/2006/main">
              <a:ext uri="{FF2B5EF4-FFF2-40B4-BE49-F238E27FC236}">
                <a16:creationId xmlns:a16="http://schemas.microsoft.com/office/drawing/2014/main" id="{B72FF4F5-C85B-4449-910F-AF930BF0B44D}"/>
              </a:ext>
            </a:extLst>
          </p:cNvPr>
          <p:cNvSpPr>
            <a:spLocks xmlns:a="http://schemas.openxmlformats.org/drawingml/2006/main" noGrp="1"/>
          </p:cNvSpPr>
          <p:nvPr/>
        </p:nvSpPr>
        <p:spPr>
          <a:xfrm xmlns:a="http://schemas.openxmlformats.org/drawingml/2006/main" rot="0" flipH="0" flipV="0">
            <a:off x="11357803" y="271600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15" name="Freeform 15">
            <a:extLst xmlns:a="http://schemas.openxmlformats.org/drawingml/2006/main">
              <a:ext uri="{FF2B5EF4-FFF2-40B4-BE49-F238E27FC236}">
                <a16:creationId xmlns:a16="http://schemas.microsoft.com/office/drawing/2014/main" id="{782B4FD9-B6C3-4FC3-A2AF-AD34FDB4C090}"/>
              </a:ext>
            </a:extLst>
          </p:cNvPr>
          <p:cNvSpPr>
            <a:spLocks xmlns:a="http://schemas.openxmlformats.org/drawingml/2006/main" noGrp="1"/>
          </p:cNvSpPr>
          <p:nvPr/>
        </p:nvSpPr>
        <p:spPr>
          <a:xfrm xmlns:a="http://schemas.openxmlformats.org/drawingml/2006/main" rot="0" flipH="0" flipV="0">
            <a:off x="14488457" y="271600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16" name="Freeform 16">
            <a:extLst xmlns:a="http://schemas.openxmlformats.org/drawingml/2006/main">
              <a:ext uri="{FF2B5EF4-FFF2-40B4-BE49-F238E27FC236}">
                <a16:creationId xmlns:a16="http://schemas.microsoft.com/office/drawing/2014/main" id="{FD9A17FE-4EDA-4480-A481-5975B39F56C1}"/>
              </a:ext>
            </a:extLst>
          </p:cNvPr>
          <p:cNvSpPr>
            <a:spLocks xmlns:a="http://schemas.openxmlformats.org/drawingml/2006/main" noGrp="1"/>
          </p:cNvSpPr>
          <p:nvPr/>
        </p:nvSpPr>
        <p:spPr>
          <a:xfrm xmlns:a="http://schemas.openxmlformats.org/drawingml/2006/main" rot="0" flipH="0" flipV="0">
            <a:off x="17618731" y="2716009"/>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17" name="Freeform 17">
            <a:extLst xmlns:a="http://schemas.openxmlformats.org/drawingml/2006/main">
              <a:ext uri="{FF2B5EF4-FFF2-40B4-BE49-F238E27FC236}">
                <a16:creationId xmlns:a16="http://schemas.microsoft.com/office/drawing/2014/main" id="{82CDE5E1-5CEF-416F-BF9E-B50F6616BDC1}"/>
              </a:ext>
            </a:extLst>
          </p:cNvPr>
          <p:cNvSpPr>
            <a:spLocks xmlns:a="http://schemas.openxmlformats.org/drawingml/2006/main" noGrp="1"/>
          </p:cNvSpPr>
          <p:nvPr/>
        </p:nvSpPr>
        <p:spPr>
          <a:xfrm xmlns:a="http://schemas.openxmlformats.org/drawingml/2006/main" rot="0" flipH="0" flipV="0">
            <a:off x="-1163957" y="5824902"/>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18" name="Freeform 18">
            <a:extLst xmlns:a="http://schemas.openxmlformats.org/drawingml/2006/main">
              <a:ext uri="{FF2B5EF4-FFF2-40B4-BE49-F238E27FC236}">
                <a16:creationId xmlns:a16="http://schemas.microsoft.com/office/drawing/2014/main" id="{4BB16C09-6C2D-434B-AA94-EA43F4221F64}"/>
              </a:ext>
            </a:extLst>
          </p:cNvPr>
          <p:cNvSpPr>
            <a:spLocks xmlns:a="http://schemas.openxmlformats.org/drawingml/2006/main" noGrp="1"/>
          </p:cNvSpPr>
          <p:nvPr/>
        </p:nvSpPr>
        <p:spPr>
          <a:xfrm xmlns:a="http://schemas.openxmlformats.org/drawingml/2006/main" rot="0" flipH="0" flipV="0">
            <a:off x="1966698" y="5824902"/>
            <a:ext cx="2937839" cy="2937840"/>
          </a:xfrm>
          <a:custGeom xmlns:a="http://schemas.openxmlformats.org/drawingml/2006/main">
            <a:rect l="l" t="t" r="r" b="b"/>
            <a:pathLst>
              <a:path w="3917120" h="3917120">
                <a:moveTo>
                  <a:pt x="0" y="0"/>
                </a:moveTo>
                <a:lnTo>
                  <a:pt x="3917119" y="0"/>
                </a:lnTo>
                <a:lnTo>
                  <a:pt x="3917119" y="3917119"/>
                </a:lnTo>
                <a:lnTo>
                  <a:pt x="0" y="3917119"/>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19" name="Freeform 19">
            <a:extLst xmlns:a="http://schemas.openxmlformats.org/drawingml/2006/main">
              <a:ext uri="{FF2B5EF4-FFF2-40B4-BE49-F238E27FC236}">
                <a16:creationId xmlns:a16="http://schemas.microsoft.com/office/drawing/2014/main" id="{69C513D0-2868-42C9-82A0-5DA4D3C737A0}"/>
              </a:ext>
            </a:extLst>
          </p:cNvPr>
          <p:cNvSpPr>
            <a:spLocks xmlns:a="http://schemas.openxmlformats.org/drawingml/2006/main" noGrp="1"/>
          </p:cNvSpPr>
          <p:nvPr/>
        </p:nvSpPr>
        <p:spPr>
          <a:xfrm xmlns:a="http://schemas.openxmlformats.org/drawingml/2006/main" rot="0" flipH="0" flipV="0">
            <a:off x="5096971" y="5824902"/>
            <a:ext cx="2937839" cy="2937840"/>
          </a:xfrm>
          <a:custGeom xmlns:a="http://schemas.openxmlformats.org/drawingml/2006/main">
            <a:rect l="l" t="t" r="r" b="b"/>
            <a:pathLst>
              <a:path w="3917120" h="3917120">
                <a:moveTo>
                  <a:pt x="0" y="0"/>
                </a:moveTo>
                <a:lnTo>
                  <a:pt x="3917119" y="0"/>
                </a:lnTo>
                <a:lnTo>
                  <a:pt x="3917119" y="3917119"/>
                </a:lnTo>
                <a:lnTo>
                  <a:pt x="0" y="3917119"/>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20" name="Freeform 20">
            <a:extLst xmlns:a="http://schemas.openxmlformats.org/drawingml/2006/main">
              <a:ext uri="{FF2B5EF4-FFF2-40B4-BE49-F238E27FC236}">
                <a16:creationId xmlns:a16="http://schemas.microsoft.com/office/drawing/2014/main" id="{4A743C13-3C2D-48AB-951C-4002119168D4}"/>
              </a:ext>
            </a:extLst>
          </p:cNvPr>
          <p:cNvSpPr>
            <a:spLocks xmlns:a="http://schemas.openxmlformats.org/drawingml/2006/main" noGrp="1"/>
          </p:cNvSpPr>
          <p:nvPr/>
        </p:nvSpPr>
        <p:spPr>
          <a:xfrm xmlns:a="http://schemas.openxmlformats.org/drawingml/2006/main" rot="0" flipH="0" flipV="0">
            <a:off x="8227625" y="5824902"/>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21" name="Freeform 21">
            <a:extLst xmlns:a="http://schemas.openxmlformats.org/drawingml/2006/main">
              <a:ext uri="{FF2B5EF4-FFF2-40B4-BE49-F238E27FC236}">
                <a16:creationId xmlns:a16="http://schemas.microsoft.com/office/drawing/2014/main" id="{6D9230A5-EF1F-4E86-9F20-1D9D899E8935}"/>
              </a:ext>
            </a:extLst>
          </p:cNvPr>
          <p:cNvSpPr>
            <a:spLocks xmlns:a="http://schemas.openxmlformats.org/drawingml/2006/main" noGrp="1"/>
          </p:cNvSpPr>
          <p:nvPr/>
        </p:nvSpPr>
        <p:spPr>
          <a:xfrm xmlns:a="http://schemas.openxmlformats.org/drawingml/2006/main" rot="0" flipH="0" flipV="0">
            <a:off x="11357899" y="5824902"/>
            <a:ext cx="2937839" cy="2937840"/>
          </a:xfrm>
          <a:custGeom xmlns:a="http://schemas.openxmlformats.org/drawingml/2006/main">
            <a:rect l="l" t="t" r="r" b="b"/>
            <a:pathLst>
              <a:path w="3917120" h="3917120">
                <a:moveTo>
                  <a:pt x="0" y="0"/>
                </a:moveTo>
                <a:lnTo>
                  <a:pt x="3917119" y="0"/>
                </a:lnTo>
                <a:lnTo>
                  <a:pt x="3917119" y="3917119"/>
                </a:lnTo>
                <a:lnTo>
                  <a:pt x="0" y="3917119"/>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22" name="Freeform 22">
            <a:extLst xmlns:a="http://schemas.openxmlformats.org/drawingml/2006/main">
              <a:ext uri="{FF2B5EF4-FFF2-40B4-BE49-F238E27FC236}">
                <a16:creationId xmlns:a16="http://schemas.microsoft.com/office/drawing/2014/main" id="{648AE253-66B8-4CC7-A6D9-1DDCD59A6361}"/>
              </a:ext>
            </a:extLst>
          </p:cNvPr>
          <p:cNvSpPr>
            <a:spLocks xmlns:a="http://schemas.openxmlformats.org/drawingml/2006/main" noGrp="1"/>
          </p:cNvSpPr>
          <p:nvPr/>
        </p:nvSpPr>
        <p:spPr>
          <a:xfrm xmlns:a="http://schemas.openxmlformats.org/drawingml/2006/main" rot="0" flipH="0" flipV="0">
            <a:off x="14488552" y="5824902"/>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23" name="Freeform 23">
            <a:extLst xmlns:a="http://schemas.openxmlformats.org/drawingml/2006/main">
              <a:ext uri="{FF2B5EF4-FFF2-40B4-BE49-F238E27FC236}">
                <a16:creationId xmlns:a16="http://schemas.microsoft.com/office/drawing/2014/main" id="{263E4EA0-5E63-428F-8F21-D42AD2F685E1}"/>
              </a:ext>
            </a:extLst>
          </p:cNvPr>
          <p:cNvSpPr>
            <a:spLocks xmlns:a="http://schemas.openxmlformats.org/drawingml/2006/main" noGrp="1"/>
          </p:cNvSpPr>
          <p:nvPr/>
        </p:nvSpPr>
        <p:spPr>
          <a:xfrm xmlns:a="http://schemas.openxmlformats.org/drawingml/2006/main" rot="0" flipH="0" flipV="0">
            <a:off x="17618826" y="5824902"/>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24" name="Freeform 24">
            <a:extLst xmlns:a="http://schemas.openxmlformats.org/drawingml/2006/main">
              <a:ext uri="{FF2B5EF4-FFF2-40B4-BE49-F238E27FC236}">
                <a16:creationId xmlns:a16="http://schemas.microsoft.com/office/drawing/2014/main" id="{792B6D77-EF2F-438E-8B56-FC804B25B893}"/>
              </a:ext>
            </a:extLst>
          </p:cNvPr>
          <p:cNvSpPr>
            <a:spLocks xmlns:a="http://schemas.openxmlformats.org/drawingml/2006/main" noGrp="1"/>
          </p:cNvSpPr>
          <p:nvPr/>
        </p:nvSpPr>
        <p:spPr>
          <a:xfrm xmlns:a="http://schemas.openxmlformats.org/drawingml/2006/main" rot="0" flipH="0" flipV="0">
            <a:off x="-1163766"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25" name="Freeform 25">
            <a:extLst xmlns:a="http://schemas.openxmlformats.org/drawingml/2006/main">
              <a:ext uri="{FF2B5EF4-FFF2-40B4-BE49-F238E27FC236}">
                <a16:creationId xmlns:a16="http://schemas.microsoft.com/office/drawing/2014/main" id="{F6601CE2-2F8F-4556-AE37-758730688910}"/>
              </a:ext>
            </a:extLst>
          </p:cNvPr>
          <p:cNvSpPr>
            <a:spLocks xmlns:a="http://schemas.openxmlformats.org/drawingml/2006/main" noGrp="1"/>
          </p:cNvSpPr>
          <p:nvPr/>
        </p:nvSpPr>
        <p:spPr>
          <a:xfrm xmlns:a="http://schemas.openxmlformats.org/drawingml/2006/main" rot="0" flipH="0" flipV="0">
            <a:off x="1966888"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26" name="Freeform 26">
            <a:extLst xmlns:a="http://schemas.openxmlformats.org/drawingml/2006/main">
              <a:ext uri="{FF2B5EF4-FFF2-40B4-BE49-F238E27FC236}">
                <a16:creationId xmlns:a16="http://schemas.microsoft.com/office/drawing/2014/main" id="{09466454-3CF4-43FA-8EFA-FF3DE11EC01E}"/>
              </a:ext>
            </a:extLst>
          </p:cNvPr>
          <p:cNvSpPr>
            <a:spLocks xmlns:a="http://schemas.openxmlformats.org/drawingml/2006/main" noGrp="1"/>
          </p:cNvSpPr>
          <p:nvPr/>
        </p:nvSpPr>
        <p:spPr>
          <a:xfrm xmlns:a="http://schemas.openxmlformats.org/drawingml/2006/main" rot="0" flipH="0" flipV="0">
            <a:off x="5097161"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27" name="Freeform 27">
            <a:extLst xmlns:a="http://schemas.openxmlformats.org/drawingml/2006/main">
              <a:ext uri="{FF2B5EF4-FFF2-40B4-BE49-F238E27FC236}">
                <a16:creationId xmlns:a16="http://schemas.microsoft.com/office/drawing/2014/main" id="{EA34A3E7-FAA9-4490-AA1A-6D072B06E5D0}"/>
              </a:ext>
            </a:extLst>
          </p:cNvPr>
          <p:cNvSpPr>
            <a:spLocks xmlns:a="http://schemas.openxmlformats.org/drawingml/2006/main" noGrp="1"/>
          </p:cNvSpPr>
          <p:nvPr/>
        </p:nvSpPr>
        <p:spPr>
          <a:xfrm xmlns:a="http://schemas.openxmlformats.org/drawingml/2006/main" rot="0" flipH="0" flipV="0">
            <a:off x="8227815"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28" name="Freeform 28">
            <a:extLst xmlns:a="http://schemas.openxmlformats.org/drawingml/2006/main">
              <a:ext uri="{FF2B5EF4-FFF2-40B4-BE49-F238E27FC236}">
                <a16:creationId xmlns:a16="http://schemas.microsoft.com/office/drawing/2014/main" id="{3C0B489D-B658-481E-B597-3B8A8B1E94DB}"/>
              </a:ext>
            </a:extLst>
          </p:cNvPr>
          <p:cNvSpPr>
            <a:spLocks xmlns:a="http://schemas.openxmlformats.org/drawingml/2006/main" noGrp="1"/>
          </p:cNvSpPr>
          <p:nvPr/>
        </p:nvSpPr>
        <p:spPr>
          <a:xfrm xmlns:a="http://schemas.openxmlformats.org/drawingml/2006/main" rot="0" flipH="0" flipV="0">
            <a:off x="11358088"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29" name="Freeform 29">
            <a:extLst xmlns:a="http://schemas.openxmlformats.org/drawingml/2006/main">
              <a:ext uri="{FF2B5EF4-FFF2-40B4-BE49-F238E27FC236}">
                <a16:creationId xmlns:a16="http://schemas.microsoft.com/office/drawing/2014/main" id="{5D1D741D-FAF0-4CB8-A905-6916BE4A888D}"/>
              </a:ext>
            </a:extLst>
          </p:cNvPr>
          <p:cNvSpPr>
            <a:spLocks xmlns:a="http://schemas.openxmlformats.org/drawingml/2006/main" noGrp="1"/>
          </p:cNvSpPr>
          <p:nvPr/>
        </p:nvSpPr>
        <p:spPr>
          <a:xfrm xmlns:a="http://schemas.openxmlformats.org/drawingml/2006/main" rot="0" flipH="0" flipV="0">
            <a:off x="14488742"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30" name="Freeform 30">
            <a:extLst xmlns:a="http://schemas.openxmlformats.org/drawingml/2006/main">
              <a:ext uri="{FF2B5EF4-FFF2-40B4-BE49-F238E27FC236}">
                <a16:creationId xmlns:a16="http://schemas.microsoft.com/office/drawing/2014/main" id="{0C534572-8FFF-4750-BEC4-F9FD63828A1A}"/>
              </a:ext>
            </a:extLst>
          </p:cNvPr>
          <p:cNvSpPr>
            <a:spLocks xmlns:a="http://schemas.openxmlformats.org/drawingml/2006/main" noGrp="1"/>
          </p:cNvSpPr>
          <p:nvPr/>
        </p:nvSpPr>
        <p:spPr>
          <a:xfrm xmlns:a="http://schemas.openxmlformats.org/drawingml/2006/main" rot="0" flipH="0" flipV="0">
            <a:off x="17619016" y="8934151"/>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616a2a6588ba440c">
              <a:extLst>
                <a:ext uri="{96DAC541-7B7A-43D3-8B79-37D633B846F1}">
                  <asvg:svgBlip xmlns:asvg="http://schemas.microsoft.com/office/drawing/2016/SVG/main" r:embed="Rde39aad09d7e48fa"/>
                </a:ext>
              </a:extLst>
            </a:blip>
            <a:stretch>
              <a:fillRect l="0" t="0" r="0" b="0"/>
            </a:stretch>
          </a:blipFill>
        </p:spPr>
      </p:sp>
      <p:sp>
        <p:nvSpPr>
          <p:cNvPr id="31" name="">
            <a:extLst xmlns:a="http://schemas.openxmlformats.org/drawingml/2006/main">
              <a:ext uri="{FF2B5EF4-FFF2-40B4-BE49-F238E27FC236}">
                <a16:creationId xmlns:a16="http://schemas.microsoft.com/office/drawing/2014/main" id="{FF2251A4-D33E-41B2-9480-5B96F68869DF}"/>
              </a:ext>
            </a:extLst>
          </p:cNvPr>
          <p:cNvSpPr>
            <a:spLocks xmlns:a="http://schemas.openxmlformats.org/drawingml/2006/main" noGrp="1"/>
          </p:cNvSpPr>
          <p:nvPr/>
        </p:nvSpPr>
        <p:spPr>
          <a:xfrm xmlns:a="http://schemas.openxmlformats.org/drawingml/2006/main" rot="-108000">
            <a:off x="6191250" y="647700"/>
            <a:ext cx="5905500" cy="781050"/>
          </a:xfrm>
          <a:prstGeom xmlns:a="http://schemas.openxmlformats.org/drawingml/2006/main" prst="roundRect">
            <a:avLst>
              <a:gd name="adj" fmla="val 14634"/>
            </a:avLst>
          </a:prstGeom>
          <a:solidFill xmlns:a="http://schemas.openxmlformats.org/drawingml/2006/main">
            <a:srgbClr val="FFE21A"/>
          </a:solidFill>
          <a:ln xmlns:a="http://schemas.openxmlformats.org/drawingml/2006/main" w="19050">
            <a:solidFill>
              <a:srgbClr val="FFE21A"/>
            </a:solidFill>
            <a:prstDash val="solid"/>
          </a:ln>
        </p:spPr>
      </p:sp>
      <p:sp>
        <p:nvSpPr>
          <p:cNvPr id="32" name="">
            <a:extLst xmlns:a="http://schemas.openxmlformats.org/drawingml/2006/main">
              <a:ext uri="{FF2B5EF4-FFF2-40B4-BE49-F238E27FC236}">
                <a16:creationId xmlns:a16="http://schemas.microsoft.com/office/drawing/2014/main" id="{BCCCF5BC-4F18-4BC1-B61F-41C5A20A6EC1}"/>
              </a:ext>
            </a:extLst>
          </p:cNvPr>
          <p:cNvSpPr>
            <a:spLocks xmlns:a="http://schemas.openxmlformats.org/drawingml/2006/main" noGrp="1"/>
          </p:cNvSpPr>
          <p:nvPr/>
        </p:nvSpPr>
        <p:spPr>
          <a:xfrm xmlns:a="http://schemas.openxmlformats.org/drawingml/2006/main">
            <a:off x="5238750" y="781050"/>
            <a:ext cx="7810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2925" b="1" i="1">
                <a:solidFill>
                  <a:srgbClr val="111111"/>
                </a:solidFill>
                <a:latin typeface="Arial Black"/>
                <a:ea typeface="Arial Black"/>
                <a:cs typeface="Arial Black"/>
              </a:defRPr>
            </a:pPr>
            <a:r>
              <a:rPr sz="2925" b="1" i="1">
                <a:solidFill>
                  <a:srgbClr val="111111"/>
                </a:solidFill>
                <a:latin typeface="Arial Black"/>
                <a:ea typeface="Arial Black"/>
                <a:cs typeface="Arial Black"/>
              </a:rPr>
              <a:t>The model works only if trust is designed in</a:t>
            </a:r>
          </a:p>
        </p:txBody>
      </p:sp>
      <p:sp>
        <p:nvSpPr>
          <p:cNvPr id="33" name="">
            <a:extLst xmlns:a="http://schemas.openxmlformats.org/drawingml/2006/main">
              <a:ext uri="{FF2B5EF4-FFF2-40B4-BE49-F238E27FC236}">
                <a16:creationId xmlns:a16="http://schemas.microsoft.com/office/drawing/2014/main" id="{A20B9152-EEAD-46B1-B868-27D498AFB357}"/>
              </a:ext>
            </a:extLst>
          </p:cNvPr>
          <p:cNvSpPr>
            <a:spLocks xmlns:a="http://schemas.openxmlformats.org/drawingml/2006/main" noGrp="1"/>
          </p:cNvSpPr>
          <p:nvPr/>
        </p:nvSpPr>
        <p:spPr>
          <a:xfrm xmlns:a="http://schemas.openxmlformats.org/drawingml/2006/main">
            <a:off x="1619250" y="2476500"/>
            <a:ext cx="2952750" cy="2476500"/>
          </a:xfrm>
          <a:prstGeom xmlns:a="http://schemas.openxmlformats.org/drawingml/2006/main" prst="roundRect">
            <a:avLst>
              <a:gd name="adj" fmla="val 8462"/>
            </a:avLst>
          </a:prstGeom>
          <a:solidFill xmlns:a="http://schemas.openxmlformats.org/drawingml/2006/main">
            <a:srgbClr val="FFFFFF"/>
          </a:solidFill>
          <a:ln xmlns:a="http://schemas.openxmlformats.org/drawingml/2006/main" w="19050">
            <a:solidFill>
              <a:srgbClr val="111111"/>
            </a:solidFill>
            <a:prstDash val="solid"/>
          </a:ln>
        </p:spPr>
      </p:sp>
      <p:sp>
        <p:nvSpPr>
          <p:cNvPr id="34" name="">
            <a:extLst xmlns:a="http://schemas.openxmlformats.org/drawingml/2006/main">
              <a:ext uri="{FF2B5EF4-FFF2-40B4-BE49-F238E27FC236}">
                <a16:creationId xmlns:a16="http://schemas.microsoft.com/office/drawing/2014/main" id="{8BA6C0BE-0BF7-46BA-BD6B-D6827C258520}"/>
              </a:ext>
            </a:extLst>
          </p:cNvPr>
          <p:cNvSpPr>
            <a:spLocks xmlns:a="http://schemas.openxmlformats.org/drawingml/2006/main" noGrp="1"/>
          </p:cNvSpPr>
          <p:nvPr/>
        </p:nvSpPr>
        <p:spPr>
          <a:xfrm xmlns:a="http://schemas.openxmlformats.org/drawingml/2006/main">
            <a:off x="1847850" y="2781300"/>
            <a:ext cx="2495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2250" b="1" i="0">
                <a:solidFill>
                  <a:srgbClr val="111111"/>
                </a:solidFill>
                <a:latin typeface="Arial"/>
                <a:ea typeface="Arial"/>
                <a:cs typeface="Arial"/>
              </a:defRPr>
            </a:pPr>
            <a:r>
              <a:rPr sz="2250" b="1" i="0">
                <a:solidFill>
                  <a:srgbClr val="111111"/>
                </a:solidFill>
                <a:latin typeface="Arial"/>
                <a:ea typeface="Arial"/>
                <a:cs typeface="Arial"/>
              </a:rPr>
              <a:t>User value</a:t>
            </a:r>
          </a:p>
        </p:txBody>
      </p:sp>
      <p:sp>
        <p:nvSpPr>
          <p:cNvPr id="35" name="">
            <a:extLst xmlns:a="http://schemas.openxmlformats.org/drawingml/2006/main">
              <a:ext uri="{FF2B5EF4-FFF2-40B4-BE49-F238E27FC236}">
                <a16:creationId xmlns:a16="http://schemas.microsoft.com/office/drawing/2014/main" id="{475418B4-1ECF-4D83-9A1A-5E1D9B248E17}"/>
              </a:ext>
            </a:extLst>
          </p:cNvPr>
          <p:cNvSpPr>
            <a:spLocks xmlns:a="http://schemas.openxmlformats.org/drawingml/2006/main" noGrp="1"/>
          </p:cNvSpPr>
          <p:nvPr/>
        </p:nvSpPr>
        <p:spPr>
          <a:xfrm xmlns:a="http://schemas.openxmlformats.org/drawingml/2006/main">
            <a:off x="1924050" y="3524250"/>
            <a:ext cx="2343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20000"/>
              </a:lnSpc>
              <a:buNone/>
              <a:defRPr sz="2325" b="0" i="0">
                <a:solidFill>
                  <a:srgbClr val="111111"/>
                </a:solidFill>
                <a:latin typeface="Arial"/>
                <a:ea typeface="Arial"/>
                <a:cs typeface="Arial"/>
              </a:defRPr>
            </a:pPr>
            <a:r>
              <a:rPr sz="2325" b="0" i="0">
                <a:solidFill>
                  <a:srgbClr val="111111"/>
                </a:solidFill>
                <a:latin typeface="Arial"/>
                <a:ea typeface="Arial"/>
                <a:cs typeface="Arial"/>
              </a:rPr>
              <a:t>identity</a:t>
            </a:r>
          </a:p>
          <a:p xmlns:a="http://schemas.openxmlformats.org/drawingml/2006/main">
            <a:pPr algn="ctr">
              <a:lnSpc>
                <a:spcPct val="120000"/>
              </a:lnSpc>
              <a:buNone/>
              <a:defRPr sz="2325" b="0" i="0">
                <a:solidFill>
                  <a:srgbClr val="111111"/>
                </a:solidFill>
                <a:latin typeface="Arial"/>
                <a:ea typeface="Arial"/>
                <a:cs typeface="Arial"/>
              </a:defRPr>
            </a:pPr>
            <a:r>
              <a:rPr sz="2325" b="0" i="0">
                <a:solidFill>
                  <a:srgbClr val="111111"/>
                </a:solidFill>
                <a:latin typeface="Arial"/>
                <a:ea typeface="Arial"/>
                <a:cs typeface="Arial"/>
              </a:rPr>
              <a:t>income</a:t>
            </a:r>
          </a:p>
          <a:p xmlns:a="http://schemas.openxmlformats.org/drawingml/2006/main">
            <a:pPr algn="ctr">
              <a:lnSpc>
                <a:spcPct val="120000"/>
              </a:lnSpc>
              <a:buNone/>
              <a:defRPr sz="2325" b="0" i="0">
                <a:solidFill>
                  <a:srgbClr val="111111"/>
                </a:solidFill>
                <a:latin typeface="Arial"/>
                <a:ea typeface="Arial"/>
                <a:cs typeface="Arial"/>
              </a:defRPr>
            </a:pPr>
            <a:r>
              <a:rPr sz="2325" b="0" i="0">
                <a:solidFill>
                  <a:srgbClr val="111111"/>
                </a:solidFill>
                <a:latin typeface="Arial"/>
                <a:ea typeface="Arial"/>
                <a:cs typeface="Arial"/>
              </a:rPr>
              <a:t>confidence</a:t>
            </a:r>
          </a:p>
        </p:txBody>
      </p:sp>
      <p:sp>
        <p:nvSpPr>
          <p:cNvPr id="36" name="">
            <a:extLst xmlns:a="http://schemas.openxmlformats.org/drawingml/2006/main">
              <a:ext uri="{FF2B5EF4-FFF2-40B4-BE49-F238E27FC236}">
                <a16:creationId xmlns:a16="http://schemas.microsoft.com/office/drawing/2014/main" id="{EA6F40F3-5D6E-4CBB-B058-7080E9147AF5}"/>
              </a:ext>
            </a:extLst>
          </p:cNvPr>
          <p:cNvSpPr>
            <a:spLocks xmlns:a="http://schemas.openxmlformats.org/drawingml/2006/main" noGrp="1"/>
          </p:cNvSpPr>
          <p:nvPr/>
        </p:nvSpPr>
        <p:spPr>
          <a:xfrm xmlns:a="http://schemas.openxmlformats.org/drawingml/2006/main">
            <a:off x="5334000" y="2476500"/>
            <a:ext cx="2952750" cy="2476500"/>
          </a:xfrm>
          <a:prstGeom xmlns:a="http://schemas.openxmlformats.org/drawingml/2006/main" prst="roundRect">
            <a:avLst>
              <a:gd name="adj" fmla="val 8462"/>
            </a:avLst>
          </a:prstGeom>
          <a:solidFill xmlns:a="http://schemas.openxmlformats.org/drawingml/2006/main">
            <a:srgbClr val="FFFFFF"/>
          </a:solidFill>
          <a:ln xmlns:a="http://schemas.openxmlformats.org/drawingml/2006/main" w="19050">
            <a:solidFill>
              <a:srgbClr val="111111"/>
            </a:solidFill>
            <a:prstDash val="solid"/>
          </a:ln>
        </p:spPr>
      </p:sp>
      <p:sp>
        <p:nvSpPr>
          <p:cNvPr id="37" name="">
            <a:extLst xmlns:a="http://schemas.openxmlformats.org/drawingml/2006/main">
              <a:ext uri="{FF2B5EF4-FFF2-40B4-BE49-F238E27FC236}">
                <a16:creationId xmlns:a16="http://schemas.microsoft.com/office/drawing/2014/main" id="{2DC5B7C1-6CBE-4446-A9EA-B05C2CBFB69F}"/>
              </a:ext>
            </a:extLst>
          </p:cNvPr>
          <p:cNvSpPr>
            <a:spLocks xmlns:a="http://schemas.openxmlformats.org/drawingml/2006/main" noGrp="1"/>
          </p:cNvSpPr>
          <p:nvPr/>
        </p:nvSpPr>
        <p:spPr>
          <a:xfrm xmlns:a="http://schemas.openxmlformats.org/drawingml/2006/main">
            <a:off x="5562600" y="2781300"/>
            <a:ext cx="2495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2250" b="1" i="0">
                <a:solidFill>
                  <a:srgbClr val="111111"/>
                </a:solidFill>
                <a:latin typeface="Arial"/>
                <a:ea typeface="Arial"/>
                <a:cs typeface="Arial"/>
              </a:defRPr>
            </a:pPr>
            <a:r>
              <a:rPr sz="2250" b="1" i="0">
                <a:solidFill>
                  <a:srgbClr val="111111"/>
                </a:solidFill>
                <a:latin typeface="Arial"/>
                <a:ea typeface="Arial"/>
                <a:cs typeface="Arial"/>
              </a:rPr>
              <a:t>Platform revenue</a:t>
            </a:r>
          </a:p>
        </p:txBody>
      </p:sp>
      <p:sp>
        <p:nvSpPr>
          <p:cNvPr id="38" name="">
            <a:extLst xmlns:a="http://schemas.openxmlformats.org/drawingml/2006/main">
              <a:ext uri="{FF2B5EF4-FFF2-40B4-BE49-F238E27FC236}">
                <a16:creationId xmlns:a16="http://schemas.microsoft.com/office/drawing/2014/main" id="{C8D04002-5A89-4068-AC71-99DE8B249B77}"/>
              </a:ext>
            </a:extLst>
          </p:cNvPr>
          <p:cNvSpPr>
            <a:spLocks xmlns:a="http://schemas.openxmlformats.org/drawingml/2006/main" noGrp="1"/>
          </p:cNvSpPr>
          <p:nvPr/>
        </p:nvSpPr>
        <p:spPr>
          <a:xfrm xmlns:a="http://schemas.openxmlformats.org/drawingml/2006/main">
            <a:off x="5638800" y="3524250"/>
            <a:ext cx="2343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20000"/>
              </a:lnSpc>
              <a:buNone/>
              <a:defRPr sz="2325" b="0" i="0">
                <a:solidFill>
                  <a:srgbClr val="111111"/>
                </a:solidFill>
                <a:latin typeface="Arial"/>
                <a:ea typeface="Arial"/>
                <a:cs typeface="Arial"/>
              </a:defRPr>
            </a:pPr>
            <a:r>
              <a:rPr sz="2325" b="0" i="0">
                <a:solidFill>
                  <a:srgbClr val="111111"/>
                </a:solidFill>
                <a:latin typeface="Arial"/>
                <a:ea typeface="Arial"/>
                <a:cs typeface="Arial"/>
              </a:rPr>
              <a:t>10-15%</a:t>
            </a:r>
          </a:p>
          <a:p xmlns:a="http://schemas.openxmlformats.org/drawingml/2006/main">
            <a:pPr algn="ctr">
              <a:lnSpc>
                <a:spcPct val="120000"/>
              </a:lnSpc>
              <a:buNone/>
              <a:defRPr sz="2325" b="0" i="0">
                <a:solidFill>
                  <a:srgbClr val="111111"/>
                </a:solidFill>
                <a:latin typeface="Arial"/>
                <a:ea typeface="Arial"/>
                <a:cs typeface="Arial"/>
              </a:defRPr>
            </a:pPr>
            <a:r>
              <a:rPr sz="2325" b="0" i="0">
                <a:solidFill>
                  <a:srgbClr val="111111"/>
                </a:solidFill>
                <a:latin typeface="Arial"/>
                <a:ea typeface="Arial"/>
                <a:cs typeface="Arial"/>
              </a:rPr>
              <a:t>commission</a:t>
            </a:r>
          </a:p>
          <a:p xmlns:a="http://schemas.openxmlformats.org/drawingml/2006/main">
            <a:pPr algn="ctr">
              <a:lnSpc>
                <a:spcPct val="120000"/>
              </a:lnSpc>
              <a:buNone/>
              <a:defRPr sz="2325" b="0" i="0">
                <a:solidFill>
                  <a:srgbClr val="111111"/>
                </a:solidFill>
                <a:latin typeface="Arial"/>
                <a:ea typeface="Arial"/>
                <a:cs typeface="Arial"/>
              </a:defRPr>
            </a:pPr>
            <a:r>
              <a:rPr sz="2325" b="0" i="0">
                <a:solidFill>
                  <a:srgbClr val="111111"/>
                </a:solidFill>
                <a:latin typeface="Arial"/>
                <a:ea typeface="Arial"/>
                <a:cs typeface="Arial"/>
              </a:rPr>
              <a:t>premium exports</a:t>
            </a:r>
          </a:p>
        </p:txBody>
      </p:sp>
      <p:sp>
        <p:nvSpPr>
          <p:cNvPr id="39" name="">
            <a:extLst xmlns:a="http://schemas.openxmlformats.org/drawingml/2006/main">
              <a:ext uri="{FF2B5EF4-FFF2-40B4-BE49-F238E27FC236}">
                <a16:creationId xmlns:a16="http://schemas.microsoft.com/office/drawing/2014/main" id="{01BE0C09-EFC1-48CB-A075-4DB180EB0828}"/>
              </a:ext>
            </a:extLst>
          </p:cNvPr>
          <p:cNvSpPr>
            <a:spLocks xmlns:a="http://schemas.openxmlformats.org/drawingml/2006/main" noGrp="1"/>
          </p:cNvSpPr>
          <p:nvPr/>
        </p:nvSpPr>
        <p:spPr>
          <a:xfrm xmlns:a="http://schemas.openxmlformats.org/drawingml/2006/main">
            <a:off x="9048750" y="2476500"/>
            <a:ext cx="2952750" cy="2476500"/>
          </a:xfrm>
          <a:prstGeom xmlns:a="http://schemas.openxmlformats.org/drawingml/2006/main" prst="roundRect">
            <a:avLst>
              <a:gd name="adj" fmla="val 8462"/>
            </a:avLst>
          </a:prstGeom>
          <a:solidFill xmlns:a="http://schemas.openxmlformats.org/drawingml/2006/main">
            <a:srgbClr val="FFFFFF"/>
          </a:solidFill>
          <a:ln xmlns:a="http://schemas.openxmlformats.org/drawingml/2006/main" w="19050">
            <a:solidFill>
              <a:srgbClr val="111111"/>
            </a:solidFill>
            <a:prstDash val="solid"/>
          </a:ln>
        </p:spPr>
      </p:sp>
      <p:sp>
        <p:nvSpPr>
          <p:cNvPr id="40" name="">
            <a:extLst xmlns:a="http://schemas.openxmlformats.org/drawingml/2006/main">
              <a:ext uri="{FF2B5EF4-FFF2-40B4-BE49-F238E27FC236}">
                <a16:creationId xmlns:a16="http://schemas.microsoft.com/office/drawing/2014/main" id="{440F7235-BF46-4EE7-BE83-4F342EE0AEF2}"/>
              </a:ext>
            </a:extLst>
          </p:cNvPr>
          <p:cNvSpPr>
            <a:spLocks xmlns:a="http://schemas.openxmlformats.org/drawingml/2006/main" noGrp="1"/>
          </p:cNvSpPr>
          <p:nvPr/>
        </p:nvSpPr>
        <p:spPr>
          <a:xfrm xmlns:a="http://schemas.openxmlformats.org/drawingml/2006/main">
            <a:off x="9277350" y="2781300"/>
            <a:ext cx="2495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2250" b="1" i="0">
                <a:solidFill>
                  <a:srgbClr val="111111"/>
                </a:solidFill>
                <a:latin typeface="Arial"/>
                <a:ea typeface="Arial"/>
                <a:cs typeface="Arial"/>
              </a:defRPr>
            </a:pPr>
            <a:r>
              <a:rPr sz="2250" b="1" i="0">
                <a:solidFill>
                  <a:srgbClr val="111111"/>
                </a:solidFill>
                <a:latin typeface="Arial"/>
                <a:ea typeface="Arial"/>
                <a:cs typeface="Arial"/>
              </a:rPr>
              <a:t>Validation KPI</a:t>
            </a:r>
          </a:p>
        </p:txBody>
      </p:sp>
      <p:sp>
        <p:nvSpPr>
          <p:cNvPr id="41" name="">
            <a:extLst xmlns:a="http://schemas.openxmlformats.org/drawingml/2006/main">
              <a:ext uri="{FF2B5EF4-FFF2-40B4-BE49-F238E27FC236}">
                <a16:creationId xmlns:a16="http://schemas.microsoft.com/office/drawing/2014/main" id="{DB314131-EC1F-4608-90BA-A342D37178A5}"/>
              </a:ext>
            </a:extLst>
          </p:cNvPr>
          <p:cNvSpPr>
            <a:spLocks xmlns:a="http://schemas.openxmlformats.org/drawingml/2006/main" noGrp="1"/>
          </p:cNvSpPr>
          <p:nvPr/>
        </p:nvSpPr>
        <p:spPr>
          <a:xfrm xmlns:a="http://schemas.openxmlformats.org/drawingml/2006/main">
            <a:off x="9353550" y="3524250"/>
            <a:ext cx="2343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20000"/>
              </a:lnSpc>
              <a:buNone/>
              <a:defRPr sz="2325" b="0" i="0">
                <a:solidFill>
                  <a:srgbClr val="111111"/>
                </a:solidFill>
                <a:latin typeface="Arial"/>
                <a:ea typeface="Arial"/>
                <a:cs typeface="Arial"/>
              </a:defRPr>
            </a:pPr>
            <a:r>
              <a:rPr sz="2325" b="0" i="0">
                <a:solidFill>
                  <a:srgbClr val="111111"/>
                </a:solidFill>
                <a:latin typeface="Arial"/>
                <a:ea typeface="Arial"/>
                <a:cs typeface="Arial"/>
              </a:rPr>
              <a:t>booking rate</a:t>
            </a:r>
          </a:p>
          <a:p xmlns:a="http://schemas.openxmlformats.org/drawingml/2006/main">
            <a:pPr algn="ctr">
              <a:lnSpc>
                <a:spcPct val="120000"/>
              </a:lnSpc>
              <a:buNone/>
              <a:defRPr sz="2325" b="0" i="0">
                <a:solidFill>
                  <a:srgbClr val="111111"/>
                </a:solidFill>
                <a:latin typeface="Arial"/>
                <a:ea typeface="Arial"/>
                <a:cs typeface="Arial"/>
              </a:defRPr>
            </a:pPr>
            <a:r>
              <a:rPr sz="2325" b="0" i="0">
                <a:solidFill>
                  <a:srgbClr val="111111"/>
                </a:solidFill>
                <a:latin typeface="Arial"/>
                <a:ea typeface="Arial"/>
                <a:cs typeface="Arial"/>
              </a:rPr>
              <a:t>self-worth</a:t>
            </a:r>
          </a:p>
          <a:p xmlns:a="http://schemas.openxmlformats.org/drawingml/2006/main">
            <a:pPr algn="ctr">
              <a:lnSpc>
                <a:spcPct val="120000"/>
              </a:lnSpc>
              <a:buNone/>
              <a:defRPr sz="2325" b="0" i="0">
                <a:solidFill>
                  <a:srgbClr val="111111"/>
                </a:solidFill>
                <a:latin typeface="Arial"/>
                <a:ea typeface="Arial"/>
                <a:cs typeface="Arial"/>
              </a:defRPr>
            </a:pPr>
            <a:r>
              <a:rPr sz="2325" b="0" i="0">
                <a:solidFill>
                  <a:srgbClr val="111111"/>
                </a:solidFill>
                <a:latin typeface="Arial"/>
                <a:ea typeface="Arial"/>
                <a:cs typeface="Arial"/>
              </a:rPr>
              <a:t>willingness-to-pay</a:t>
            </a:r>
          </a:p>
        </p:txBody>
      </p:sp>
      <p:sp>
        <p:nvSpPr>
          <p:cNvPr id="42" name="">
            <a:extLst xmlns:a="http://schemas.openxmlformats.org/drawingml/2006/main">
              <a:ext uri="{FF2B5EF4-FFF2-40B4-BE49-F238E27FC236}">
                <a16:creationId xmlns:a16="http://schemas.microsoft.com/office/drawing/2014/main" id="{D8CC97DF-555B-4C75-939F-495EE7150DB3}"/>
              </a:ext>
            </a:extLst>
          </p:cNvPr>
          <p:cNvSpPr>
            <a:spLocks xmlns:a="http://schemas.openxmlformats.org/drawingml/2006/main" noGrp="1"/>
          </p:cNvSpPr>
          <p:nvPr/>
        </p:nvSpPr>
        <p:spPr>
          <a:xfrm xmlns:a="http://schemas.openxmlformats.org/drawingml/2006/main">
            <a:off x="12763500" y="2476500"/>
            <a:ext cx="2952750" cy="2476500"/>
          </a:xfrm>
          <a:prstGeom xmlns:a="http://schemas.openxmlformats.org/drawingml/2006/main" prst="roundRect">
            <a:avLst>
              <a:gd name="adj" fmla="val 8462"/>
            </a:avLst>
          </a:prstGeom>
          <a:solidFill xmlns:a="http://schemas.openxmlformats.org/drawingml/2006/main">
            <a:srgbClr val="FFFFFF"/>
          </a:solidFill>
          <a:ln xmlns:a="http://schemas.openxmlformats.org/drawingml/2006/main" w="19050">
            <a:solidFill>
              <a:srgbClr val="F40000"/>
            </a:solidFill>
            <a:prstDash val="solid"/>
          </a:ln>
        </p:spPr>
      </p:sp>
      <p:sp>
        <p:nvSpPr>
          <p:cNvPr id="43" name="">
            <a:extLst xmlns:a="http://schemas.openxmlformats.org/drawingml/2006/main">
              <a:ext uri="{FF2B5EF4-FFF2-40B4-BE49-F238E27FC236}">
                <a16:creationId xmlns:a16="http://schemas.microsoft.com/office/drawing/2014/main" id="{464F526F-A506-4985-8DEB-29316D132B8B}"/>
              </a:ext>
            </a:extLst>
          </p:cNvPr>
          <p:cNvSpPr>
            <a:spLocks xmlns:a="http://schemas.openxmlformats.org/drawingml/2006/main" noGrp="1"/>
          </p:cNvSpPr>
          <p:nvPr/>
        </p:nvSpPr>
        <p:spPr>
          <a:xfrm xmlns:a="http://schemas.openxmlformats.org/drawingml/2006/main">
            <a:off x="12992100" y="2781300"/>
            <a:ext cx="2495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2250" b="1" i="0">
                <a:solidFill>
                  <a:srgbClr val="F40000"/>
                </a:solidFill>
                <a:latin typeface="Arial"/>
                <a:ea typeface="Arial"/>
                <a:cs typeface="Arial"/>
              </a:defRPr>
            </a:pPr>
            <a:r>
              <a:rPr sz="2250" b="1" i="0">
                <a:solidFill>
                  <a:srgbClr val="F40000"/>
                </a:solidFill>
                <a:latin typeface="Arial"/>
                <a:ea typeface="Arial"/>
                <a:cs typeface="Arial"/>
              </a:rPr>
              <a:t>Safeguards</a:t>
            </a:r>
          </a:p>
        </p:txBody>
      </p:sp>
      <p:sp>
        <p:nvSpPr>
          <p:cNvPr id="44" name="">
            <a:extLst xmlns:a="http://schemas.openxmlformats.org/drawingml/2006/main">
              <a:ext uri="{FF2B5EF4-FFF2-40B4-BE49-F238E27FC236}">
                <a16:creationId xmlns:a16="http://schemas.microsoft.com/office/drawing/2014/main" id="{052FEC24-E5F3-4F95-A214-220CF690BA2B}"/>
              </a:ext>
            </a:extLst>
          </p:cNvPr>
          <p:cNvSpPr>
            <a:spLocks xmlns:a="http://schemas.openxmlformats.org/drawingml/2006/main" noGrp="1"/>
          </p:cNvSpPr>
          <p:nvPr/>
        </p:nvSpPr>
        <p:spPr>
          <a:xfrm xmlns:a="http://schemas.openxmlformats.org/drawingml/2006/main">
            <a:off x="13068300" y="3524250"/>
            <a:ext cx="23431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20000"/>
              </a:lnSpc>
              <a:buNone/>
              <a:defRPr sz="2325" b="0" i="0">
                <a:solidFill>
                  <a:srgbClr val="111111"/>
                </a:solidFill>
                <a:latin typeface="Arial"/>
                <a:ea typeface="Arial"/>
                <a:cs typeface="Arial"/>
              </a:defRPr>
            </a:pPr>
            <a:r>
              <a:rPr sz="2325" b="0" i="0">
                <a:solidFill>
                  <a:srgbClr val="111111"/>
                </a:solidFill>
                <a:latin typeface="Arial"/>
                <a:ea typeface="Arial"/>
                <a:cs typeface="Arial"/>
              </a:rPr>
              <a:t>consent</a:t>
            </a:r>
          </a:p>
          <a:p xmlns:a="http://schemas.openxmlformats.org/drawingml/2006/main">
            <a:pPr algn="ctr">
              <a:lnSpc>
                <a:spcPct val="120000"/>
              </a:lnSpc>
              <a:buNone/>
              <a:defRPr sz="2325" b="0" i="0">
                <a:solidFill>
                  <a:srgbClr val="111111"/>
                </a:solidFill>
                <a:latin typeface="Arial"/>
                <a:ea typeface="Arial"/>
                <a:cs typeface="Arial"/>
              </a:defRPr>
            </a:pPr>
            <a:r>
              <a:rPr sz="2325" b="0" i="0">
                <a:solidFill>
                  <a:srgbClr val="111111"/>
                </a:solidFill>
                <a:latin typeface="Arial"/>
                <a:ea typeface="Arial"/>
                <a:cs typeface="Arial"/>
              </a:rPr>
              <a:t>privacy</a:t>
            </a:r>
          </a:p>
          <a:p xmlns:a="http://schemas.openxmlformats.org/drawingml/2006/main">
            <a:pPr algn="ctr">
              <a:lnSpc>
                <a:spcPct val="120000"/>
              </a:lnSpc>
              <a:buNone/>
              <a:defRPr sz="2325" b="0" i="0">
                <a:solidFill>
                  <a:srgbClr val="111111"/>
                </a:solidFill>
                <a:latin typeface="Arial"/>
                <a:ea typeface="Arial"/>
                <a:cs typeface="Arial"/>
              </a:defRPr>
            </a:pPr>
            <a:r>
              <a:rPr sz="2325" b="0" i="0">
                <a:solidFill>
                  <a:srgbClr val="111111"/>
                </a:solidFill>
                <a:latin typeface="Arial"/>
                <a:ea typeface="Arial"/>
                <a:cs typeface="Arial"/>
              </a:rPr>
              <a:t>quality loop</a:t>
            </a:r>
          </a:p>
        </p:txBody>
      </p:sp>
      <p:sp>
        <p:nvSpPr>
          <p:cNvPr id="45" name="">
            <a:extLst xmlns:a="http://schemas.openxmlformats.org/drawingml/2006/main">
              <a:ext uri="{FF2B5EF4-FFF2-40B4-BE49-F238E27FC236}">
                <a16:creationId xmlns:a16="http://schemas.microsoft.com/office/drawing/2014/main" id="{EB844543-DC5A-4C37-BB7F-ECCC0A11584E}"/>
              </a:ext>
            </a:extLst>
          </p:cNvPr>
          <p:cNvSpPr>
            <a:spLocks xmlns:a="http://schemas.openxmlformats.org/drawingml/2006/main" noGrp="1"/>
          </p:cNvSpPr>
          <p:nvPr/>
        </p:nvSpPr>
        <p:spPr>
          <a:xfrm xmlns:a="http://schemas.openxmlformats.org/drawingml/2006/main">
            <a:off x="4524375" y="3714750"/>
            <a:ext cx="762000" cy="0"/>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46" name="">
            <a:extLst xmlns:a="http://schemas.openxmlformats.org/drawingml/2006/main">
              <a:ext uri="{FF2B5EF4-FFF2-40B4-BE49-F238E27FC236}">
                <a16:creationId xmlns:a16="http://schemas.microsoft.com/office/drawing/2014/main" id="{28E4EE76-19CF-4CA1-A47F-E95F4FF2709C}"/>
              </a:ext>
            </a:extLst>
          </p:cNvPr>
          <p:cNvSpPr>
            <a:spLocks xmlns:a="http://schemas.openxmlformats.org/drawingml/2006/main" noGrp="1"/>
          </p:cNvSpPr>
          <p:nvPr/>
        </p:nvSpPr>
        <p:spPr>
          <a:xfrm xmlns:a="http://schemas.openxmlformats.org/drawingml/2006/main">
            <a:off x="8239125" y="3714750"/>
            <a:ext cx="762000" cy="0"/>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47" name="">
            <a:extLst xmlns:a="http://schemas.openxmlformats.org/drawingml/2006/main">
              <a:ext uri="{FF2B5EF4-FFF2-40B4-BE49-F238E27FC236}">
                <a16:creationId xmlns:a16="http://schemas.microsoft.com/office/drawing/2014/main" id="{1DD1CD41-C499-4D89-AC4A-080BCF998193}"/>
              </a:ext>
            </a:extLst>
          </p:cNvPr>
          <p:cNvSpPr>
            <a:spLocks xmlns:a="http://schemas.openxmlformats.org/drawingml/2006/main" noGrp="1"/>
          </p:cNvSpPr>
          <p:nvPr/>
        </p:nvSpPr>
        <p:spPr>
          <a:xfrm xmlns:a="http://schemas.openxmlformats.org/drawingml/2006/main">
            <a:off x="11953875" y="3714750"/>
            <a:ext cx="762000" cy="0"/>
          </a:xfrm>
          <a:prstGeom xmlns:a="http://schemas.openxmlformats.org/drawingml/2006/main" prst="line">
            <a:avLst/>
          </a:prstGeom>
          <a:noFill xmlns:a="http://schemas.openxmlformats.org/drawingml/2006/main"/>
          <a:ln xmlns:a="http://schemas.openxmlformats.org/drawingml/2006/main" w="38100">
            <a:solidFill>
              <a:srgbClr val="111111"/>
            </a:solidFill>
            <a:prstDash val="solid"/>
          </a:ln>
        </p:spPr>
      </p:sp>
      <p:sp>
        <p:nvSpPr>
          <p:cNvPr id="48" name="">
            <a:extLst xmlns:a="http://schemas.openxmlformats.org/drawingml/2006/main">
              <a:ext uri="{FF2B5EF4-FFF2-40B4-BE49-F238E27FC236}">
                <a16:creationId xmlns:a16="http://schemas.microsoft.com/office/drawing/2014/main" id="{9D64091D-D194-4F26-99AB-0140AB3763BC}"/>
              </a:ext>
            </a:extLst>
          </p:cNvPr>
          <p:cNvSpPr>
            <a:spLocks xmlns:a="http://schemas.openxmlformats.org/drawingml/2006/main" noGrp="1"/>
          </p:cNvSpPr>
          <p:nvPr/>
        </p:nvSpPr>
        <p:spPr>
          <a:xfrm xmlns:a="http://schemas.openxmlformats.org/drawingml/2006/main">
            <a:off x="2571750" y="61912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8000"/>
              </a:lnSpc>
              <a:buNone/>
              <a:defRPr sz="2625" b="1" i="0">
                <a:solidFill>
                  <a:srgbClr val="111111"/>
                </a:solidFill>
                <a:latin typeface="Arial"/>
                <a:ea typeface="Arial"/>
                <a:cs typeface="Arial"/>
              </a:defRPr>
            </a:pPr>
            <a:r>
              <a:rPr sz="2625" b="1" i="0">
                <a:solidFill>
                  <a:srgbClr val="111111"/>
                </a:solidFill>
                <a:latin typeface="Arial"/>
                <a:ea typeface="Arial"/>
                <a:cs typeface="Arial"/>
              </a:rPr>
              <a:t>Privacy first</a:t>
            </a:r>
          </a:p>
        </p:txBody>
      </p:sp>
      <p:sp>
        <p:nvSpPr>
          <p:cNvPr id="49" name="">
            <a:extLst xmlns:a="http://schemas.openxmlformats.org/drawingml/2006/main">
              <a:ext uri="{FF2B5EF4-FFF2-40B4-BE49-F238E27FC236}">
                <a16:creationId xmlns:a16="http://schemas.microsoft.com/office/drawing/2014/main" id="{141DE631-467A-4800-92F4-AEFD9C339DDF}"/>
              </a:ext>
            </a:extLst>
          </p:cNvPr>
          <p:cNvSpPr>
            <a:spLocks xmlns:a="http://schemas.openxmlformats.org/drawingml/2006/main" noGrp="1"/>
          </p:cNvSpPr>
          <p:nvPr/>
        </p:nvSpPr>
        <p:spPr>
          <a:xfrm xmlns:a="http://schemas.openxmlformats.org/drawingml/2006/main">
            <a:off x="2667000" y="6762750"/>
            <a:ext cx="266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8000"/>
              </a:lnSpc>
              <a:buNone/>
              <a:defRPr sz="2175" b="1" i="0">
                <a:solidFill>
                  <a:srgbClr val="111111"/>
                </a:solidFill>
                <a:latin typeface="Arial"/>
                <a:ea typeface="Arial"/>
                <a:cs typeface="Arial"/>
              </a:defRPr>
            </a:pPr>
            <a:r>
              <a:rPr sz="2175" b="1" i="0">
                <a:solidFill>
                  <a:srgbClr val="111111"/>
                </a:solidFill>
                <a:latin typeface="Arial"/>
                <a:ea typeface="Arial"/>
                <a:cs typeface="Arial"/>
              </a:rPr>
              <a:t>•</a:t>
            </a:r>
          </a:p>
        </p:txBody>
      </p:sp>
      <p:sp>
        <p:nvSpPr>
          <p:cNvPr id="50" name="">
            <a:extLst xmlns:a="http://schemas.openxmlformats.org/drawingml/2006/main">
              <a:ext uri="{FF2B5EF4-FFF2-40B4-BE49-F238E27FC236}">
                <a16:creationId xmlns:a16="http://schemas.microsoft.com/office/drawing/2014/main" id="{4122C187-A0F7-4742-ABC2-2B0B6D82E039}"/>
              </a:ext>
            </a:extLst>
          </p:cNvPr>
          <p:cNvSpPr>
            <a:spLocks xmlns:a="http://schemas.openxmlformats.org/drawingml/2006/main" noGrp="1"/>
          </p:cNvSpPr>
          <p:nvPr/>
        </p:nvSpPr>
        <p:spPr>
          <a:xfrm xmlns:a="http://schemas.openxmlformats.org/drawingml/2006/main">
            <a:off x="2990850" y="6781800"/>
            <a:ext cx="4438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5000"/>
              </a:lnSpc>
              <a:buNone/>
              <a:defRPr sz="2175" b="0" i="0">
                <a:solidFill>
                  <a:srgbClr val="111111"/>
                </a:solidFill>
                <a:latin typeface="Arial"/>
                <a:ea typeface="Arial"/>
                <a:cs typeface="Arial"/>
              </a:defRPr>
            </a:pPr>
            <a:r>
              <a:rPr sz="2175" b="0" i="0">
                <a:solidFill>
                  <a:srgbClr val="111111"/>
                </a:solidFill>
                <a:latin typeface="Arial"/>
                <a:ea typeface="Arial"/>
                <a:cs typeface="Arial"/>
              </a:rPr>
              <a:t>authorized inputs only</a:t>
            </a:r>
          </a:p>
        </p:txBody>
      </p:sp>
      <p:sp>
        <p:nvSpPr>
          <p:cNvPr id="51" name="">
            <a:extLst xmlns:a="http://schemas.openxmlformats.org/drawingml/2006/main">
              <a:ext uri="{FF2B5EF4-FFF2-40B4-BE49-F238E27FC236}">
                <a16:creationId xmlns:a16="http://schemas.microsoft.com/office/drawing/2014/main" id="{CC7293FC-06E4-4F56-BA22-35C036C911CF}"/>
              </a:ext>
            </a:extLst>
          </p:cNvPr>
          <p:cNvSpPr>
            <a:spLocks xmlns:a="http://schemas.openxmlformats.org/drawingml/2006/main" noGrp="1"/>
          </p:cNvSpPr>
          <p:nvPr/>
        </p:nvSpPr>
        <p:spPr>
          <a:xfrm xmlns:a="http://schemas.openxmlformats.org/drawingml/2006/main">
            <a:off x="2667000" y="7286625"/>
            <a:ext cx="266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8000"/>
              </a:lnSpc>
              <a:buNone/>
              <a:defRPr sz="2175" b="1" i="0">
                <a:solidFill>
                  <a:srgbClr val="111111"/>
                </a:solidFill>
                <a:latin typeface="Arial"/>
                <a:ea typeface="Arial"/>
                <a:cs typeface="Arial"/>
              </a:defRPr>
            </a:pPr>
            <a:r>
              <a:rPr sz="2175" b="1" i="0">
                <a:solidFill>
                  <a:srgbClr val="111111"/>
                </a:solidFill>
                <a:latin typeface="Arial"/>
                <a:ea typeface="Arial"/>
                <a:cs typeface="Arial"/>
              </a:rPr>
              <a:t>•</a:t>
            </a:r>
          </a:p>
        </p:txBody>
      </p:sp>
      <p:sp>
        <p:nvSpPr>
          <p:cNvPr id="52" name="">
            <a:extLst xmlns:a="http://schemas.openxmlformats.org/drawingml/2006/main">
              <a:ext uri="{FF2B5EF4-FFF2-40B4-BE49-F238E27FC236}">
                <a16:creationId xmlns:a16="http://schemas.microsoft.com/office/drawing/2014/main" id="{5640DB5D-DA16-4B86-9971-24D335BAFDBC}"/>
              </a:ext>
            </a:extLst>
          </p:cNvPr>
          <p:cNvSpPr>
            <a:spLocks xmlns:a="http://schemas.openxmlformats.org/drawingml/2006/main" noGrp="1"/>
          </p:cNvSpPr>
          <p:nvPr/>
        </p:nvSpPr>
        <p:spPr>
          <a:xfrm xmlns:a="http://schemas.openxmlformats.org/drawingml/2006/main">
            <a:off x="2990850" y="7305675"/>
            <a:ext cx="5105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5000"/>
              </a:lnSpc>
              <a:buNone/>
              <a:defRPr sz="2175" b="0" i="0">
                <a:solidFill>
                  <a:srgbClr val="111111"/>
                </a:solidFill>
                <a:latin typeface="Arial"/>
                <a:ea typeface="Arial"/>
                <a:cs typeface="Arial"/>
              </a:defRPr>
            </a:pPr>
            <a:r>
              <a:rPr sz="2175" b="0" i="0">
                <a:solidFill>
                  <a:srgbClr val="111111"/>
                </a:solidFill>
                <a:latin typeface="Arial"/>
                <a:ea typeface="Arial"/>
                <a:cs typeface="Arial"/>
              </a:rPr>
              <a:t>user confirms before publishing</a:t>
            </a:r>
          </a:p>
        </p:txBody>
      </p:sp>
      <p:sp>
        <p:nvSpPr>
          <p:cNvPr id="53" name="">
            <a:extLst xmlns:a="http://schemas.openxmlformats.org/drawingml/2006/main">
              <a:ext uri="{FF2B5EF4-FFF2-40B4-BE49-F238E27FC236}">
                <a16:creationId xmlns:a16="http://schemas.microsoft.com/office/drawing/2014/main" id="{0623B3E2-376D-4E29-A0FA-D13984341103}"/>
              </a:ext>
            </a:extLst>
          </p:cNvPr>
          <p:cNvSpPr>
            <a:spLocks xmlns:a="http://schemas.openxmlformats.org/drawingml/2006/main" noGrp="1"/>
          </p:cNvSpPr>
          <p:nvPr/>
        </p:nvSpPr>
        <p:spPr>
          <a:xfrm xmlns:a="http://schemas.openxmlformats.org/drawingml/2006/main">
            <a:off x="9620250" y="61912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8000"/>
              </a:lnSpc>
              <a:buNone/>
              <a:defRPr sz="2625" b="1" i="0">
                <a:solidFill>
                  <a:srgbClr val="111111"/>
                </a:solidFill>
                <a:latin typeface="Arial"/>
                <a:ea typeface="Arial"/>
                <a:cs typeface="Arial"/>
              </a:defRPr>
            </a:pPr>
            <a:r>
              <a:rPr sz="2625" b="1" i="0">
                <a:solidFill>
                  <a:srgbClr val="111111"/>
                </a:solidFill>
                <a:latin typeface="Arial"/>
                <a:ea typeface="Arial"/>
                <a:cs typeface="Arial"/>
              </a:rPr>
              <a:t>Quality standard</a:t>
            </a:r>
          </a:p>
        </p:txBody>
      </p:sp>
      <p:sp>
        <p:nvSpPr>
          <p:cNvPr id="54" name="">
            <a:extLst xmlns:a="http://schemas.openxmlformats.org/drawingml/2006/main">
              <a:ext uri="{FF2B5EF4-FFF2-40B4-BE49-F238E27FC236}">
                <a16:creationId xmlns:a16="http://schemas.microsoft.com/office/drawing/2014/main" id="{959E6263-6EDC-4785-AA7F-E34E420761DC}"/>
              </a:ext>
            </a:extLst>
          </p:cNvPr>
          <p:cNvSpPr>
            <a:spLocks xmlns:a="http://schemas.openxmlformats.org/drawingml/2006/main" noGrp="1"/>
          </p:cNvSpPr>
          <p:nvPr/>
        </p:nvSpPr>
        <p:spPr>
          <a:xfrm xmlns:a="http://schemas.openxmlformats.org/drawingml/2006/main">
            <a:off x="9715500" y="6762750"/>
            <a:ext cx="266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8000"/>
              </a:lnSpc>
              <a:buNone/>
              <a:defRPr sz="2175" b="1" i="0">
                <a:solidFill>
                  <a:srgbClr val="111111"/>
                </a:solidFill>
                <a:latin typeface="Arial"/>
                <a:ea typeface="Arial"/>
                <a:cs typeface="Arial"/>
              </a:defRPr>
            </a:pPr>
            <a:r>
              <a:rPr sz="2175" b="1" i="0">
                <a:solidFill>
                  <a:srgbClr val="111111"/>
                </a:solidFill>
                <a:latin typeface="Arial"/>
                <a:ea typeface="Arial"/>
                <a:cs typeface="Arial"/>
              </a:rPr>
              <a:t>•</a:t>
            </a:r>
          </a:p>
        </p:txBody>
      </p:sp>
      <p:sp>
        <p:nvSpPr>
          <p:cNvPr id="55" name="">
            <a:extLst xmlns:a="http://schemas.openxmlformats.org/drawingml/2006/main">
              <a:ext uri="{FF2B5EF4-FFF2-40B4-BE49-F238E27FC236}">
                <a16:creationId xmlns:a16="http://schemas.microsoft.com/office/drawing/2014/main" id="{91735A57-D3DD-4000-B4BF-DF377EA30E03}"/>
              </a:ext>
            </a:extLst>
          </p:cNvPr>
          <p:cNvSpPr>
            <a:spLocks xmlns:a="http://schemas.openxmlformats.org/drawingml/2006/main" noGrp="1"/>
          </p:cNvSpPr>
          <p:nvPr/>
        </p:nvSpPr>
        <p:spPr>
          <a:xfrm xmlns:a="http://schemas.openxmlformats.org/drawingml/2006/main">
            <a:off x="10039350" y="6781800"/>
            <a:ext cx="44386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5000"/>
              </a:lnSpc>
              <a:buNone/>
              <a:defRPr sz="2175" b="0" i="0">
                <a:solidFill>
                  <a:srgbClr val="111111"/>
                </a:solidFill>
                <a:latin typeface="Arial"/>
                <a:ea typeface="Arial"/>
                <a:cs typeface="Arial"/>
              </a:defRPr>
            </a:pPr>
            <a:r>
              <a:rPr sz="2175" b="0" i="0">
                <a:solidFill>
                  <a:srgbClr val="111111"/>
                </a:solidFill>
                <a:latin typeface="Arial"/>
                <a:ea typeface="Arial"/>
                <a:cs typeface="Arial"/>
              </a:rPr>
              <a:t>before/after evidence</a:t>
            </a:r>
          </a:p>
        </p:txBody>
      </p:sp>
      <p:sp>
        <p:nvSpPr>
          <p:cNvPr id="56" name="">
            <a:extLst xmlns:a="http://schemas.openxmlformats.org/drawingml/2006/main">
              <a:ext uri="{FF2B5EF4-FFF2-40B4-BE49-F238E27FC236}">
                <a16:creationId xmlns:a16="http://schemas.microsoft.com/office/drawing/2014/main" id="{4F5D5389-9B56-4DB1-87AD-A85B2E2729FC}"/>
              </a:ext>
            </a:extLst>
          </p:cNvPr>
          <p:cNvSpPr>
            <a:spLocks xmlns:a="http://schemas.openxmlformats.org/drawingml/2006/main" noGrp="1"/>
          </p:cNvSpPr>
          <p:nvPr/>
        </p:nvSpPr>
        <p:spPr>
          <a:xfrm xmlns:a="http://schemas.openxmlformats.org/drawingml/2006/main">
            <a:off x="9715500" y="7286625"/>
            <a:ext cx="266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8000"/>
              </a:lnSpc>
              <a:buNone/>
              <a:defRPr sz="2175" b="1" i="0">
                <a:solidFill>
                  <a:srgbClr val="111111"/>
                </a:solidFill>
                <a:latin typeface="Arial"/>
                <a:ea typeface="Arial"/>
                <a:cs typeface="Arial"/>
              </a:defRPr>
            </a:pPr>
            <a:r>
              <a:rPr sz="2175" b="1" i="0">
                <a:solidFill>
                  <a:srgbClr val="111111"/>
                </a:solidFill>
                <a:latin typeface="Arial"/>
                <a:ea typeface="Arial"/>
                <a:cs typeface="Arial"/>
              </a:rPr>
              <a:t>•</a:t>
            </a:r>
          </a:p>
        </p:txBody>
      </p:sp>
      <p:sp>
        <p:nvSpPr>
          <p:cNvPr id="57" name="">
            <a:extLst xmlns:a="http://schemas.openxmlformats.org/drawingml/2006/main">
              <a:ext uri="{FF2B5EF4-FFF2-40B4-BE49-F238E27FC236}">
                <a16:creationId xmlns:a16="http://schemas.microsoft.com/office/drawing/2014/main" id="{4432D487-67E2-4B5D-AE6C-D92015242906}"/>
              </a:ext>
            </a:extLst>
          </p:cNvPr>
          <p:cNvSpPr>
            <a:spLocks xmlns:a="http://schemas.openxmlformats.org/drawingml/2006/main" noGrp="1"/>
          </p:cNvSpPr>
          <p:nvPr/>
        </p:nvSpPr>
        <p:spPr>
          <a:xfrm xmlns:a="http://schemas.openxmlformats.org/drawingml/2006/main">
            <a:off x="10039350" y="7305675"/>
            <a:ext cx="5295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5000"/>
              </a:lnSpc>
              <a:buNone/>
              <a:defRPr sz="2175" b="0" i="0">
                <a:solidFill>
                  <a:srgbClr val="111111"/>
                </a:solidFill>
                <a:latin typeface="Arial"/>
                <a:ea typeface="Arial"/>
                <a:cs typeface="Arial"/>
              </a:defRPr>
            </a:pPr>
            <a:r>
              <a:rPr sz="2175" b="0" i="0">
                <a:solidFill>
                  <a:srgbClr val="111111"/>
                </a:solidFill>
                <a:latin typeface="Arial"/>
                <a:ea typeface="Arial"/>
                <a:cs typeface="Arial"/>
              </a:rPr>
              <a:t>ratings + basic safety guidance</a:t>
            </a:r>
          </a:p>
        </p:txBody>
      </p:sp>
      <p:sp>
        <p:nvSpPr>
          <p:cNvPr id="58" name="">
            <a:extLst xmlns:a="http://schemas.openxmlformats.org/drawingml/2006/main">
              <a:ext uri="{FF2B5EF4-FFF2-40B4-BE49-F238E27FC236}">
                <a16:creationId xmlns:a16="http://schemas.microsoft.com/office/drawing/2014/main" id="{2BE2DDD4-7A2C-4099-ADCE-E18BB8C49860}"/>
              </a:ext>
            </a:extLst>
          </p:cNvPr>
          <p:cNvSpPr>
            <a:spLocks xmlns:a="http://schemas.openxmlformats.org/drawingml/2006/main" noGrp="1"/>
          </p:cNvSpPr>
          <p:nvPr/>
        </p:nvSpPr>
        <p:spPr>
          <a:xfrm xmlns:a="http://schemas.openxmlformats.org/drawingml/2006/main">
            <a:off x="13525500" y="96583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r">
              <a:lnSpc>
                <a:spcPct val="108000"/>
              </a:lnSpc>
              <a:buNone/>
              <a:defRPr sz="1575" b="0" i="0">
                <a:solidFill>
                  <a:srgbClr val="777777"/>
                </a:solidFill>
                <a:latin typeface="Arial"/>
                <a:ea typeface="Arial"/>
                <a:cs typeface="Arial"/>
              </a:defRPr>
            </a:pPr>
            <a:r>
              <a:rPr sz="1575" b="0" i="0">
                <a:solidFill>
                  <a:srgbClr val="777777"/>
                </a:solidFill>
                <a:latin typeface="Arial"/>
                <a:ea typeface="Arial"/>
                <a:cs typeface="Arial"/>
              </a:rPr>
              <a:t>Time: 5:00-5:55 | Slide 7/8</a:t>
            </a:r>
          </a:p>
        </p:txBody>
      </p:sp>
      <p:sp>
        <p:nvSpPr>
          <p:cNvPr id="59" name="">
            <a:extLst xmlns:a="http://schemas.openxmlformats.org/drawingml/2006/main">
              <a:ext uri="{FF2B5EF4-FFF2-40B4-BE49-F238E27FC236}">
                <a16:creationId xmlns:a16="http://schemas.microsoft.com/office/drawing/2014/main" id="{61367D57-A82A-4BCC-8156-C05CCBBA4C80}"/>
              </a:ext>
            </a:extLst>
          </p:cNvPr>
          <p:cNvSpPr>
            <a:spLocks xmlns:a="http://schemas.openxmlformats.org/drawingml/2006/main" noGrp="1"/>
          </p:cNvSpPr>
          <p:nvPr/>
        </p:nvSpPr>
        <p:spPr>
          <a:xfrm xmlns:a="http://schemas.openxmlformats.org/drawingml/2006/main">
            <a:off x="1333500" y="96583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8000"/>
              </a:lnSpc>
              <a:buNone/>
              <a:defRPr sz="1575" b="0" i="0">
                <a:solidFill>
                  <a:srgbClr val="777777"/>
                </a:solidFill>
                <a:latin typeface="Arial"/>
                <a:ea typeface="Arial"/>
                <a:cs typeface="Arial"/>
              </a:defRPr>
            </a:pPr>
            <a:r>
              <a:rPr sz="1575" b="0" i="0">
                <a:solidFill>
                  <a:srgbClr val="777777"/>
                </a:solidFill>
                <a:latin typeface="Arial"/>
                <a:ea typeface="Arial"/>
                <a:cs typeface="Arial"/>
              </a:rPr>
              <a:t>IDBLOOM | BPA Topic 3 Labor Identity</a:t>
            </a:r>
          </a:p>
        </p:txBody>
      </p:sp>
    </p:spTree>
    <p:extLst>
      <p:ext uri="{BB962C8B-B14F-4D97-AF65-F5344CB8AC3E}">
        <p14:creationId xmlns:p14="http://schemas.microsoft.com/office/powerpoint/2010/main" val="573097838"/>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18205A54-34B1-497B-9448-84706EDB08EC}"/>
              </a:ext>
            </a:extLst>
          </p:cNvPr>
          <p:cNvSpPr>
            <a:spLocks xmlns:a="http://schemas.openxmlformats.org/drawingml/2006/main" noGrp="1"/>
          </p:cNvSpPr>
          <p:nvPr/>
        </p:nvSpPr>
        <p:spPr>
          <a:xfrm xmlns:a="http://schemas.openxmlformats.org/drawingml/2006/main" rot="0" flipH="0" flipV="0">
            <a:off x="-1164099" y="-393192"/>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4" name="Freeform 4">
            <a:extLst xmlns:a="http://schemas.openxmlformats.org/drawingml/2006/main">
              <a:ext uri="{FF2B5EF4-FFF2-40B4-BE49-F238E27FC236}">
                <a16:creationId xmlns:a16="http://schemas.microsoft.com/office/drawing/2014/main" id="{87100E7B-0BF8-4FE1-B57C-D7715ECF95FB}"/>
              </a:ext>
            </a:extLst>
          </p:cNvPr>
          <p:cNvSpPr>
            <a:spLocks xmlns:a="http://schemas.openxmlformats.org/drawingml/2006/main" noGrp="1"/>
          </p:cNvSpPr>
          <p:nvPr/>
        </p:nvSpPr>
        <p:spPr>
          <a:xfrm xmlns:a="http://schemas.openxmlformats.org/drawingml/2006/main" rot="0" flipH="0" flipV="0">
            <a:off x="1966554" y="-393192"/>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5" name="Freeform 5">
            <a:extLst xmlns:a="http://schemas.openxmlformats.org/drawingml/2006/main">
              <a:ext uri="{FF2B5EF4-FFF2-40B4-BE49-F238E27FC236}">
                <a16:creationId xmlns:a16="http://schemas.microsoft.com/office/drawing/2014/main" id="{5CF33ADB-DAC6-467F-99F6-4DB056B7C29A}"/>
              </a:ext>
            </a:extLst>
          </p:cNvPr>
          <p:cNvSpPr>
            <a:spLocks xmlns:a="http://schemas.openxmlformats.org/drawingml/2006/main" noGrp="1"/>
          </p:cNvSpPr>
          <p:nvPr/>
        </p:nvSpPr>
        <p:spPr>
          <a:xfrm xmlns:a="http://schemas.openxmlformats.org/drawingml/2006/main" rot="0" flipH="0" flipV="0">
            <a:off x="5096828" y="-393192"/>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6" name="Freeform 6">
            <a:extLst xmlns:a="http://schemas.openxmlformats.org/drawingml/2006/main">
              <a:ext uri="{FF2B5EF4-FFF2-40B4-BE49-F238E27FC236}">
                <a16:creationId xmlns:a16="http://schemas.microsoft.com/office/drawing/2014/main" id="{B551F915-4D72-4D76-AEF3-7EC308462A40}"/>
              </a:ext>
            </a:extLst>
          </p:cNvPr>
          <p:cNvSpPr>
            <a:spLocks xmlns:a="http://schemas.openxmlformats.org/drawingml/2006/main" noGrp="1"/>
          </p:cNvSpPr>
          <p:nvPr/>
        </p:nvSpPr>
        <p:spPr>
          <a:xfrm xmlns:a="http://schemas.openxmlformats.org/drawingml/2006/main" rot="0" flipH="0" flipV="0">
            <a:off x="8227481" y="-393192"/>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7" name="Freeform 7">
            <a:extLst xmlns:a="http://schemas.openxmlformats.org/drawingml/2006/main">
              <a:ext uri="{FF2B5EF4-FFF2-40B4-BE49-F238E27FC236}">
                <a16:creationId xmlns:a16="http://schemas.microsoft.com/office/drawing/2014/main" id="{2FA8BA9D-CDC1-4AA2-A722-079A005CE909}"/>
              </a:ext>
            </a:extLst>
          </p:cNvPr>
          <p:cNvSpPr>
            <a:spLocks xmlns:a="http://schemas.openxmlformats.org/drawingml/2006/main" noGrp="1"/>
          </p:cNvSpPr>
          <p:nvPr/>
        </p:nvSpPr>
        <p:spPr>
          <a:xfrm xmlns:a="http://schemas.openxmlformats.org/drawingml/2006/main" rot="0" flipH="0" flipV="0">
            <a:off x="11357755" y="-393192"/>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8" name="Freeform 8">
            <a:extLst xmlns:a="http://schemas.openxmlformats.org/drawingml/2006/main">
              <a:ext uri="{FF2B5EF4-FFF2-40B4-BE49-F238E27FC236}">
                <a16:creationId xmlns:a16="http://schemas.microsoft.com/office/drawing/2014/main" id="{F3961ED2-CAB4-4C4C-82F5-5A4B8F7172D7}"/>
              </a:ext>
            </a:extLst>
          </p:cNvPr>
          <p:cNvSpPr>
            <a:spLocks xmlns:a="http://schemas.openxmlformats.org/drawingml/2006/main" noGrp="1"/>
          </p:cNvSpPr>
          <p:nvPr/>
        </p:nvSpPr>
        <p:spPr>
          <a:xfrm xmlns:a="http://schemas.openxmlformats.org/drawingml/2006/main" rot="0" flipH="0" flipV="0">
            <a:off x="14488409" y="-393192"/>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9" name="Freeform 9">
            <a:extLst xmlns:a="http://schemas.openxmlformats.org/drawingml/2006/main">
              <a:ext uri="{FF2B5EF4-FFF2-40B4-BE49-F238E27FC236}">
                <a16:creationId xmlns:a16="http://schemas.microsoft.com/office/drawing/2014/main" id="{F2138C50-2469-4677-B0E5-B01BF851A4A6}"/>
              </a:ext>
            </a:extLst>
          </p:cNvPr>
          <p:cNvSpPr>
            <a:spLocks xmlns:a="http://schemas.openxmlformats.org/drawingml/2006/main" noGrp="1"/>
          </p:cNvSpPr>
          <p:nvPr/>
        </p:nvSpPr>
        <p:spPr>
          <a:xfrm xmlns:a="http://schemas.openxmlformats.org/drawingml/2006/main" rot="0" flipH="0" flipV="0">
            <a:off x="17618682" y="-393192"/>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10" name="Freeform 10">
            <a:extLst xmlns:a="http://schemas.openxmlformats.org/drawingml/2006/main">
              <a:ext uri="{FF2B5EF4-FFF2-40B4-BE49-F238E27FC236}">
                <a16:creationId xmlns:a16="http://schemas.microsoft.com/office/drawing/2014/main" id="{8AB4C467-DE8B-4177-ACE6-0BC5DEA04D37}"/>
              </a:ext>
            </a:extLst>
          </p:cNvPr>
          <p:cNvSpPr>
            <a:spLocks xmlns:a="http://schemas.openxmlformats.org/drawingml/2006/main" noGrp="1"/>
          </p:cNvSpPr>
          <p:nvPr/>
        </p:nvSpPr>
        <p:spPr>
          <a:xfrm xmlns:a="http://schemas.openxmlformats.org/drawingml/2006/main" rot="0" flipH="0" flipV="0">
            <a:off x="-1163909" y="2716056"/>
            <a:ext cx="2937839" cy="2937840"/>
          </a:xfrm>
          <a:custGeom xmlns:a="http://schemas.openxmlformats.org/drawingml/2006/main">
            <a:rect l="l" t="t" r="r" b="b"/>
            <a:pathLst>
              <a:path w="3917120" h="3917120">
                <a:moveTo>
                  <a:pt x="0" y="0"/>
                </a:moveTo>
                <a:lnTo>
                  <a:pt x="3917119" y="0"/>
                </a:lnTo>
                <a:lnTo>
                  <a:pt x="3917119" y="3917120"/>
                </a:lnTo>
                <a:lnTo>
                  <a:pt x="0" y="3917120"/>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11" name="Freeform 11">
            <a:extLst xmlns:a="http://schemas.openxmlformats.org/drawingml/2006/main">
              <a:ext uri="{FF2B5EF4-FFF2-40B4-BE49-F238E27FC236}">
                <a16:creationId xmlns:a16="http://schemas.microsoft.com/office/drawing/2014/main" id="{F0594342-FCB7-4FB1-AC00-45C42E9F83B8}"/>
              </a:ext>
            </a:extLst>
          </p:cNvPr>
          <p:cNvSpPr>
            <a:spLocks xmlns:a="http://schemas.openxmlformats.org/drawingml/2006/main" noGrp="1"/>
          </p:cNvSpPr>
          <p:nvPr/>
        </p:nvSpPr>
        <p:spPr>
          <a:xfrm xmlns:a="http://schemas.openxmlformats.org/drawingml/2006/main" rot="0" flipH="0" flipV="0">
            <a:off x="1966745" y="2716056"/>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12" name="Freeform 12">
            <a:extLst xmlns:a="http://schemas.openxmlformats.org/drawingml/2006/main">
              <a:ext uri="{FF2B5EF4-FFF2-40B4-BE49-F238E27FC236}">
                <a16:creationId xmlns:a16="http://schemas.microsoft.com/office/drawing/2014/main" id="{2DA62CD2-FB64-4B87-932E-D5CA5484CC59}"/>
              </a:ext>
            </a:extLst>
          </p:cNvPr>
          <p:cNvSpPr>
            <a:spLocks xmlns:a="http://schemas.openxmlformats.org/drawingml/2006/main" noGrp="1"/>
          </p:cNvSpPr>
          <p:nvPr/>
        </p:nvSpPr>
        <p:spPr>
          <a:xfrm xmlns:a="http://schemas.openxmlformats.org/drawingml/2006/main" rot="0" flipH="0" flipV="0">
            <a:off x="5097018" y="2716056"/>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13" name="Freeform 13">
            <a:extLst xmlns:a="http://schemas.openxmlformats.org/drawingml/2006/main">
              <a:ext uri="{FF2B5EF4-FFF2-40B4-BE49-F238E27FC236}">
                <a16:creationId xmlns:a16="http://schemas.microsoft.com/office/drawing/2014/main" id="{F2AFC508-2C60-457F-87DD-5C00DB766618}"/>
              </a:ext>
            </a:extLst>
          </p:cNvPr>
          <p:cNvSpPr>
            <a:spLocks xmlns:a="http://schemas.openxmlformats.org/drawingml/2006/main" noGrp="1"/>
          </p:cNvSpPr>
          <p:nvPr/>
        </p:nvSpPr>
        <p:spPr>
          <a:xfrm xmlns:a="http://schemas.openxmlformats.org/drawingml/2006/main" rot="0" flipH="0" flipV="0">
            <a:off x="8227672" y="2716056"/>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14" name="Freeform 14">
            <a:extLst xmlns:a="http://schemas.openxmlformats.org/drawingml/2006/main">
              <a:ext uri="{FF2B5EF4-FFF2-40B4-BE49-F238E27FC236}">
                <a16:creationId xmlns:a16="http://schemas.microsoft.com/office/drawing/2014/main" id="{B6B981F0-7E4F-41E8-B536-D3071BA81A17}"/>
              </a:ext>
            </a:extLst>
          </p:cNvPr>
          <p:cNvSpPr>
            <a:spLocks xmlns:a="http://schemas.openxmlformats.org/drawingml/2006/main" noGrp="1"/>
          </p:cNvSpPr>
          <p:nvPr/>
        </p:nvSpPr>
        <p:spPr>
          <a:xfrm xmlns:a="http://schemas.openxmlformats.org/drawingml/2006/main" rot="0" flipH="0" flipV="0">
            <a:off x="11357945" y="2716056"/>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15" name="Freeform 15">
            <a:extLst xmlns:a="http://schemas.openxmlformats.org/drawingml/2006/main">
              <a:ext uri="{FF2B5EF4-FFF2-40B4-BE49-F238E27FC236}">
                <a16:creationId xmlns:a16="http://schemas.microsoft.com/office/drawing/2014/main" id="{DDB7C3CF-FB86-4FD5-B486-02ABA63420CA}"/>
              </a:ext>
            </a:extLst>
          </p:cNvPr>
          <p:cNvSpPr>
            <a:spLocks xmlns:a="http://schemas.openxmlformats.org/drawingml/2006/main" noGrp="1"/>
          </p:cNvSpPr>
          <p:nvPr/>
        </p:nvSpPr>
        <p:spPr>
          <a:xfrm xmlns:a="http://schemas.openxmlformats.org/drawingml/2006/main" rot="0" flipH="0" flipV="0">
            <a:off x="14488599" y="2716056"/>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16" name="Freeform 16">
            <a:extLst xmlns:a="http://schemas.openxmlformats.org/drawingml/2006/main">
              <a:ext uri="{FF2B5EF4-FFF2-40B4-BE49-F238E27FC236}">
                <a16:creationId xmlns:a16="http://schemas.microsoft.com/office/drawing/2014/main" id="{5159C829-1B01-4AF2-AC91-5FE592A0B628}"/>
              </a:ext>
            </a:extLst>
          </p:cNvPr>
          <p:cNvSpPr>
            <a:spLocks xmlns:a="http://schemas.openxmlformats.org/drawingml/2006/main" noGrp="1"/>
          </p:cNvSpPr>
          <p:nvPr/>
        </p:nvSpPr>
        <p:spPr>
          <a:xfrm xmlns:a="http://schemas.openxmlformats.org/drawingml/2006/main" rot="0" flipH="0" flipV="0">
            <a:off x="17618873" y="2716056"/>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17" name="Freeform 17">
            <a:extLst xmlns:a="http://schemas.openxmlformats.org/drawingml/2006/main">
              <a:ext uri="{FF2B5EF4-FFF2-40B4-BE49-F238E27FC236}">
                <a16:creationId xmlns:a16="http://schemas.microsoft.com/office/drawing/2014/main" id="{88F88210-38E8-4A0A-9CF4-E0DF0B78352F}"/>
              </a:ext>
            </a:extLst>
          </p:cNvPr>
          <p:cNvSpPr>
            <a:spLocks xmlns:a="http://schemas.openxmlformats.org/drawingml/2006/main" noGrp="1"/>
          </p:cNvSpPr>
          <p:nvPr/>
        </p:nvSpPr>
        <p:spPr>
          <a:xfrm xmlns:a="http://schemas.openxmlformats.org/drawingml/2006/main" rot="0" flipH="0" flipV="0">
            <a:off x="-1163815" y="5824949"/>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18" name="Freeform 18">
            <a:extLst xmlns:a="http://schemas.openxmlformats.org/drawingml/2006/main">
              <a:ext uri="{FF2B5EF4-FFF2-40B4-BE49-F238E27FC236}">
                <a16:creationId xmlns:a16="http://schemas.microsoft.com/office/drawing/2014/main" id="{B6821C82-3CF2-48F8-A30D-0D95DAA6B389}"/>
              </a:ext>
            </a:extLst>
          </p:cNvPr>
          <p:cNvSpPr>
            <a:spLocks xmlns:a="http://schemas.openxmlformats.org/drawingml/2006/main" noGrp="1"/>
          </p:cNvSpPr>
          <p:nvPr/>
        </p:nvSpPr>
        <p:spPr>
          <a:xfrm xmlns:a="http://schemas.openxmlformats.org/drawingml/2006/main" rot="0" flipH="0" flipV="0">
            <a:off x="1966840" y="5824949"/>
            <a:ext cx="2937839" cy="2937840"/>
          </a:xfrm>
          <a:custGeom xmlns:a="http://schemas.openxmlformats.org/drawingml/2006/main">
            <a:rect l="l" t="t" r="r" b="b"/>
            <a:pathLst>
              <a:path w="3917120" h="3917120">
                <a:moveTo>
                  <a:pt x="0" y="0"/>
                </a:moveTo>
                <a:lnTo>
                  <a:pt x="3917119" y="0"/>
                </a:lnTo>
                <a:lnTo>
                  <a:pt x="3917119" y="3917119"/>
                </a:lnTo>
                <a:lnTo>
                  <a:pt x="0" y="3917119"/>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19" name="Freeform 19">
            <a:extLst xmlns:a="http://schemas.openxmlformats.org/drawingml/2006/main">
              <a:ext uri="{FF2B5EF4-FFF2-40B4-BE49-F238E27FC236}">
                <a16:creationId xmlns:a16="http://schemas.microsoft.com/office/drawing/2014/main" id="{5E979526-1F61-4005-8571-968056C94C91}"/>
              </a:ext>
            </a:extLst>
          </p:cNvPr>
          <p:cNvSpPr>
            <a:spLocks xmlns:a="http://schemas.openxmlformats.org/drawingml/2006/main" noGrp="1"/>
          </p:cNvSpPr>
          <p:nvPr/>
        </p:nvSpPr>
        <p:spPr>
          <a:xfrm xmlns:a="http://schemas.openxmlformats.org/drawingml/2006/main" rot="0" flipH="0" flipV="0">
            <a:off x="5097113" y="5824949"/>
            <a:ext cx="2937839" cy="2937840"/>
          </a:xfrm>
          <a:custGeom xmlns:a="http://schemas.openxmlformats.org/drawingml/2006/main">
            <a:rect l="l" t="t" r="r" b="b"/>
            <a:pathLst>
              <a:path w="3917120" h="3917120">
                <a:moveTo>
                  <a:pt x="0" y="0"/>
                </a:moveTo>
                <a:lnTo>
                  <a:pt x="3917119" y="0"/>
                </a:lnTo>
                <a:lnTo>
                  <a:pt x="3917119" y="3917119"/>
                </a:lnTo>
                <a:lnTo>
                  <a:pt x="0" y="3917119"/>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20" name="Freeform 20">
            <a:extLst xmlns:a="http://schemas.openxmlformats.org/drawingml/2006/main">
              <a:ext uri="{FF2B5EF4-FFF2-40B4-BE49-F238E27FC236}">
                <a16:creationId xmlns:a16="http://schemas.microsoft.com/office/drawing/2014/main" id="{D6C31402-510F-4AB5-A041-9AB7028B883E}"/>
              </a:ext>
            </a:extLst>
          </p:cNvPr>
          <p:cNvSpPr>
            <a:spLocks xmlns:a="http://schemas.openxmlformats.org/drawingml/2006/main" noGrp="1"/>
          </p:cNvSpPr>
          <p:nvPr/>
        </p:nvSpPr>
        <p:spPr>
          <a:xfrm xmlns:a="http://schemas.openxmlformats.org/drawingml/2006/main" rot="0" flipH="0" flipV="0">
            <a:off x="8227767" y="5824949"/>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21" name="Freeform 21">
            <a:extLst xmlns:a="http://schemas.openxmlformats.org/drawingml/2006/main">
              <a:ext uri="{FF2B5EF4-FFF2-40B4-BE49-F238E27FC236}">
                <a16:creationId xmlns:a16="http://schemas.microsoft.com/office/drawing/2014/main" id="{BFE26C9A-27A6-4564-803C-D18766D69371}"/>
              </a:ext>
            </a:extLst>
          </p:cNvPr>
          <p:cNvSpPr>
            <a:spLocks xmlns:a="http://schemas.openxmlformats.org/drawingml/2006/main" noGrp="1"/>
          </p:cNvSpPr>
          <p:nvPr/>
        </p:nvSpPr>
        <p:spPr>
          <a:xfrm xmlns:a="http://schemas.openxmlformats.org/drawingml/2006/main" rot="0" flipH="0" flipV="0">
            <a:off x="11358041" y="5824949"/>
            <a:ext cx="2937839" cy="2937840"/>
          </a:xfrm>
          <a:custGeom xmlns:a="http://schemas.openxmlformats.org/drawingml/2006/main">
            <a:rect l="l" t="t" r="r" b="b"/>
            <a:pathLst>
              <a:path w="3917120" h="3917120">
                <a:moveTo>
                  <a:pt x="0" y="0"/>
                </a:moveTo>
                <a:lnTo>
                  <a:pt x="3917119" y="0"/>
                </a:lnTo>
                <a:lnTo>
                  <a:pt x="3917119" y="3917119"/>
                </a:lnTo>
                <a:lnTo>
                  <a:pt x="0" y="3917119"/>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22" name="Freeform 22">
            <a:extLst xmlns:a="http://schemas.openxmlformats.org/drawingml/2006/main">
              <a:ext uri="{FF2B5EF4-FFF2-40B4-BE49-F238E27FC236}">
                <a16:creationId xmlns:a16="http://schemas.microsoft.com/office/drawing/2014/main" id="{E38FDD6E-2AE4-4AC8-925F-75E2EA4203B6}"/>
              </a:ext>
            </a:extLst>
          </p:cNvPr>
          <p:cNvSpPr>
            <a:spLocks xmlns:a="http://schemas.openxmlformats.org/drawingml/2006/main" noGrp="1"/>
          </p:cNvSpPr>
          <p:nvPr/>
        </p:nvSpPr>
        <p:spPr>
          <a:xfrm xmlns:a="http://schemas.openxmlformats.org/drawingml/2006/main" rot="0" flipH="0" flipV="0">
            <a:off x="14488694" y="5824949"/>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23" name="Freeform 23">
            <a:extLst xmlns:a="http://schemas.openxmlformats.org/drawingml/2006/main">
              <a:ext uri="{FF2B5EF4-FFF2-40B4-BE49-F238E27FC236}">
                <a16:creationId xmlns:a16="http://schemas.microsoft.com/office/drawing/2014/main" id="{DDD8ED16-0E2E-454F-97D0-9A31E660D679}"/>
              </a:ext>
            </a:extLst>
          </p:cNvPr>
          <p:cNvSpPr>
            <a:spLocks xmlns:a="http://schemas.openxmlformats.org/drawingml/2006/main" noGrp="1"/>
          </p:cNvSpPr>
          <p:nvPr/>
        </p:nvSpPr>
        <p:spPr>
          <a:xfrm xmlns:a="http://schemas.openxmlformats.org/drawingml/2006/main" rot="0" flipH="0" flipV="0">
            <a:off x="17618968" y="5824949"/>
            <a:ext cx="2937839" cy="2937840"/>
          </a:xfrm>
          <a:custGeom xmlns:a="http://schemas.openxmlformats.org/drawingml/2006/main">
            <a:rect l="l" t="t" r="r" b="b"/>
            <a:pathLst>
              <a:path w="3917120" h="3917120">
                <a:moveTo>
                  <a:pt x="0" y="0"/>
                </a:moveTo>
                <a:lnTo>
                  <a:pt x="3917120" y="0"/>
                </a:lnTo>
                <a:lnTo>
                  <a:pt x="3917120" y="3917119"/>
                </a:lnTo>
                <a:lnTo>
                  <a:pt x="0" y="3917119"/>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24" name="Freeform 24">
            <a:extLst xmlns:a="http://schemas.openxmlformats.org/drawingml/2006/main">
              <a:ext uri="{FF2B5EF4-FFF2-40B4-BE49-F238E27FC236}">
                <a16:creationId xmlns:a16="http://schemas.microsoft.com/office/drawing/2014/main" id="{92CCBBCB-34A6-4FAB-A75A-5574084AF35C}"/>
              </a:ext>
            </a:extLst>
          </p:cNvPr>
          <p:cNvSpPr>
            <a:spLocks xmlns:a="http://schemas.openxmlformats.org/drawingml/2006/main" noGrp="1"/>
          </p:cNvSpPr>
          <p:nvPr/>
        </p:nvSpPr>
        <p:spPr>
          <a:xfrm xmlns:a="http://schemas.openxmlformats.org/drawingml/2006/main" rot="0" flipH="0" flipV="0">
            <a:off x="-1163624" y="8934198"/>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25" name="Freeform 25">
            <a:extLst xmlns:a="http://schemas.openxmlformats.org/drawingml/2006/main">
              <a:ext uri="{FF2B5EF4-FFF2-40B4-BE49-F238E27FC236}">
                <a16:creationId xmlns:a16="http://schemas.microsoft.com/office/drawing/2014/main" id="{FA8B8265-5EDA-4CE5-8FEA-08A82EDD835E}"/>
              </a:ext>
            </a:extLst>
          </p:cNvPr>
          <p:cNvSpPr>
            <a:spLocks xmlns:a="http://schemas.openxmlformats.org/drawingml/2006/main" noGrp="1"/>
          </p:cNvSpPr>
          <p:nvPr/>
        </p:nvSpPr>
        <p:spPr>
          <a:xfrm xmlns:a="http://schemas.openxmlformats.org/drawingml/2006/main" rot="0" flipH="0" flipV="0">
            <a:off x="1967030" y="8934198"/>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26" name="Freeform 26">
            <a:extLst xmlns:a="http://schemas.openxmlformats.org/drawingml/2006/main">
              <a:ext uri="{FF2B5EF4-FFF2-40B4-BE49-F238E27FC236}">
                <a16:creationId xmlns:a16="http://schemas.microsoft.com/office/drawing/2014/main" id="{CEACEB20-B1B4-41EB-8D2C-E78EB1A13ADE}"/>
              </a:ext>
            </a:extLst>
          </p:cNvPr>
          <p:cNvSpPr>
            <a:spLocks xmlns:a="http://schemas.openxmlformats.org/drawingml/2006/main" noGrp="1"/>
          </p:cNvSpPr>
          <p:nvPr/>
        </p:nvSpPr>
        <p:spPr>
          <a:xfrm xmlns:a="http://schemas.openxmlformats.org/drawingml/2006/main" rot="0" flipH="0" flipV="0">
            <a:off x="5097303" y="8934198"/>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27" name="Freeform 27">
            <a:extLst xmlns:a="http://schemas.openxmlformats.org/drawingml/2006/main">
              <a:ext uri="{FF2B5EF4-FFF2-40B4-BE49-F238E27FC236}">
                <a16:creationId xmlns:a16="http://schemas.microsoft.com/office/drawing/2014/main" id="{3CFA8776-0F59-4BDD-A514-99C3AC80EA97}"/>
              </a:ext>
            </a:extLst>
          </p:cNvPr>
          <p:cNvSpPr>
            <a:spLocks xmlns:a="http://schemas.openxmlformats.org/drawingml/2006/main" noGrp="1"/>
          </p:cNvSpPr>
          <p:nvPr/>
        </p:nvSpPr>
        <p:spPr>
          <a:xfrm xmlns:a="http://schemas.openxmlformats.org/drawingml/2006/main" rot="0" flipH="0" flipV="0">
            <a:off x="8227957" y="8934198"/>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28" name="Freeform 28">
            <a:extLst xmlns:a="http://schemas.openxmlformats.org/drawingml/2006/main">
              <a:ext uri="{FF2B5EF4-FFF2-40B4-BE49-F238E27FC236}">
                <a16:creationId xmlns:a16="http://schemas.microsoft.com/office/drawing/2014/main" id="{0B39E0C0-5276-45DF-BFBA-5D6005FBE13A}"/>
              </a:ext>
            </a:extLst>
          </p:cNvPr>
          <p:cNvSpPr>
            <a:spLocks xmlns:a="http://schemas.openxmlformats.org/drawingml/2006/main" noGrp="1"/>
          </p:cNvSpPr>
          <p:nvPr/>
        </p:nvSpPr>
        <p:spPr>
          <a:xfrm xmlns:a="http://schemas.openxmlformats.org/drawingml/2006/main" rot="0" flipH="0" flipV="0">
            <a:off x="11358230" y="8934198"/>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29" name="Freeform 29">
            <a:extLst xmlns:a="http://schemas.openxmlformats.org/drawingml/2006/main">
              <a:ext uri="{FF2B5EF4-FFF2-40B4-BE49-F238E27FC236}">
                <a16:creationId xmlns:a16="http://schemas.microsoft.com/office/drawing/2014/main" id="{618DECB5-8D95-41E3-94D6-0E17F5553723}"/>
              </a:ext>
            </a:extLst>
          </p:cNvPr>
          <p:cNvSpPr>
            <a:spLocks xmlns:a="http://schemas.openxmlformats.org/drawingml/2006/main" noGrp="1"/>
          </p:cNvSpPr>
          <p:nvPr/>
        </p:nvSpPr>
        <p:spPr>
          <a:xfrm xmlns:a="http://schemas.openxmlformats.org/drawingml/2006/main" rot="0" flipH="0" flipV="0">
            <a:off x="14488884" y="8934198"/>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30" name="Freeform 30">
            <a:extLst xmlns:a="http://schemas.openxmlformats.org/drawingml/2006/main">
              <a:ext uri="{FF2B5EF4-FFF2-40B4-BE49-F238E27FC236}">
                <a16:creationId xmlns:a16="http://schemas.microsoft.com/office/drawing/2014/main" id="{EB4698AC-FDC2-4F2C-B910-9841317CF0CB}"/>
              </a:ext>
            </a:extLst>
          </p:cNvPr>
          <p:cNvSpPr>
            <a:spLocks xmlns:a="http://schemas.openxmlformats.org/drawingml/2006/main" noGrp="1"/>
          </p:cNvSpPr>
          <p:nvPr/>
        </p:nvSpPr>
        <p:spPr>
          <a:xfrm xmlns:a="http://schemas.openxmlformats.org/drawingml/2006/main" rot="0" flipH="0" flipV="0">
            <a:off x="17619158" y="8934198"/>
            <a:ext cx="2937839" cy="2937840"/>
          </a:xfrm>
          <a:custGeom xmlns:a="http://schemas.openxmlformats.org/drawingml/2006/main">
            <a:rect l="l" t="t" r="r" b="b"/>
            <a:pathLst>
              <a:path w="3917120" h="3917120">
                <a:moveTo>
                  <a:pt x="0" y="0"/>
                </a:moveTo>
                <a:lnTo>
                  <a:pt x="3917120" y="0"/>
                </a:lnTo>
                <a:lnTo>
                  <a:pt x="3917120" y="3917120"/>
                </a:lnTo>
                <a:lnTo>
                  <a:pt x="0" y="3917120"/>
                </a:lnTo>
                <a:lnTo>
                  <a:pt x="0" y="0"/>
                </a:lnTo>
                <a:close/>
              </a:path>
            </a:pathLst>
          </a:custGeom>
          <a:blipFill xmlns:a="http://schemas.openxmlformats.org/drawingml/2006/main">
            <a:blip xmlns:r="http://schemas.openxmlformats.org/officeDocument/2006/relationships" r:embed="Rd1bbae7b8c54473a">
              <a:extLst>
                <a:ext uri="{96DAC541-7B7A-43D3-8B79-37D633B846F1}">
                  <asvg:svgBlip xmlns:asvg="http://schemas.microsoft.com/office/drawing/2016/SVG/main" r:embed="R836d59fa42be44c9"/>
                </a:ext>
              </a:extLst>
            </a:blip>
            <a:stretch>
              <a:fillRect l="0" t="0" r="0" b="0"/>
            </a:stretch>
          </a:blipFill>
        </p:spPr>
      </p:sp>
      <p:sp>
        <p:nvSpPr>
          <p:cNvPr id="31" name="">
            <a:extLst xmlns:a="http://schemas.openxmlformats.org/drawingml/2006/main">
              <a:ext uri="{FF2B5EF4-FFF2-40B4-BE49-F238E27FC236}">
                <a16:creationId xmlns:a16="http://schemas.microsoft.com/office/drawing/2014/main" id="{2DEF839C-ECF3-485A-B715-52A37118F92D}"/>
              </a:ext>
            </a:extLst>
          </p:cNvPr>
          <p:cNvSpPr>
            <a:spLocks xmlns:a="http://schemas.openxmlformats.org/drawingml/2006/main" noGrp="1"/>
          </p:cNvSpPr>
          <p:nvPr/>
        </p:nvSpPr>
        <p:spPr>
          <a:xfrm xmlns:a="http://schemas.openxmlformats.org/drawingml/2006/main" rot="-108000">
            <a:off x="6191250" y="647700"/>
            <a:ext cx="5905500" cy="781050"/>
          </a:xfrm>
          <a:prstGeom xmlns:a="http://schemas.openxmlformats.org/drawingml/2006/main" prst="roundRect">
            <a:avLst>
              <a:gd name="adj" fmla="val 14634"/>
            </a:avLst>
          </a:prstGeom>
          <a:solidFill xmlns:a="http://schemas.openxmlformats.org/drawingml/2006/main">
            <a:srgbClr val="FFE21A"/>
          </a:solidFill>
          <a:ln xmlns:a="http://schemas.openxmlformats.org/drawingml/2006/main" w="19050">
            <a:solidFill>
              <a:srgbClr val="FFE21A"/>
            </a:solidFill>
            <a:prstDash val="solid"/>
          </a:ln>
        </p:spPr>
      </p:sp>
      <p:sp>
        <p:nvSpPr>
          <p:cNvPr id="32" name="">
            <a:extLst xmlns:a="http://schemas.openxmlformats.org/drawingml/2006/main">
              <a:ext uri="{FF2B5EF4-FFF2-40B4-BE49-F238E27FC236}">
                <a16:creationId xmlns:a16="http://schemas.microsoft.com/office/drawing/2014/main" id="{17A97330-091C-403A-80FB-3FC35CBC7F83}"/>
              </a:ext>
            </a:extLst>
          </p:cNvPr>
          <p:cNvSpPr>
            <a:spLocks xmlns:a="http://schemas.openxmlformats.org/drawingml/2006/main" noGrp="1"/>
          </p:cNvSpPr>
          <p:nvPr/>
        </p:nvSpPr>
        <p:spPr>
          <a:xfrm xmlns:a="http://schemas.openxmlformats.org/drawingml/2006/main">
            <a:off x="5238750" y="781050"/>
            <a:ext cx="7810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ctr">
              <a:lnSpc>
                <a:spcPct val="108000"/>
              </a:lnSpc>
              <a:buNone/>
              <a:defRPr sz="2925" b="1" i="1">
                <a:solidFill>
                  <a:srgbClr val="111111"/>
                </a:solidFill>
                <a:latin typeface="Arial Black"/>
                <a:ea typeface="Arial Black"/>
                <a:cs typeface="Arial Black"/>
              </a:defRPr>
            </a:pPr>
            <a:r>
              <a:rPr sz="2925" b="1" i="1">
                <a:solidFill>
                  <a:srgbClr val="111111"/>
                </a:solidFill>
                <a:latin typeface="Arial Black"/>
                <a:ea typeface="Arial Black"/>
                <a:cs typeface="Arial Black"/>
              </a:rPr>
              <a:t>Hidden labor -&gt; recognized opportunity</a:t>
            </a:r>
          </a:p>
        </p:txBody>
      </p:sp>
      <p:pic>
        <p:nvPicPr>
          <p:cNvPr id="71" name=""/>
          <p:cNvPicPr>
            <a:picLocks xmlns:a="http://schemas.openxmlformats.org/drawingml/2006/main" noChangeAspect="1"/>
          </p:cNvPicPr>
          <p:nvPr/>
        </p:nvPicPr>
        <p:blipFill>
          <a:blip xmlns:r="http://schemas.openxmlformats.org/officeDocument/2006/relationships" xmlns:a="http://schemas.openxmlformats.org/drawingml/2006/main" r:embed="R84c249b6145b4151"/>
          <a:srcRect xmlns:a="http://schemas.openxmlformats.org/drawingml/2006/main" l="382" t="0" r="382" b="0"/>
          <a:stretch xmlns:a="http://schemas.openxmlformats.org/drawingml/2006/main">
            <a:fillRect l="0" t="0" r="0" b="0"/>
          </a:stretch>
        </p:blipFill>
        <p:spPr>
          <a:xfrm xmlns:a="http://schemas.openxmlformats.org/drawingml/2006/main">
            <a:off x="9334500" y="2381250"/>
            <a:ext cx="6953250" cy="3619500"/>
          </a:xfrm>
          <a:prstGeom xmlns:a="http://schemas.openxmlformats.org/drawingml/2006/main" prst="roundRect">
            <a:avLst>
              <a:gd name="adj" fmla="val 5263"/>
            </a:avLst>
          </a:prstGeom>
        </p:spPr>
      </p:pic>
      <p:sp>
        <p:nvSpPr>
          <p:cNvPr id="34" name="">
            <a:extLst xmlns:a="http://schemas.openxmlformats.org/drawingml/2006/main">
              <a:ext uri="{FF2B5EF4-FFF2-40B4-BE49-F238E27FC236}">
                <a16:creationId xmlns:a16="http://schemas.microsoft.com/office/drawing/2014/main" id="{7FE649DE-D34C-4F00-AF28-9464F4AF2CD1}"/>
              </a:ext>
            </a:extLst>
          </p:cNvPr>
          <p:cNvSpPr>
            <a:spLocks xmlns:a="http://schemas.openxmlformats.org/drawingml/2006/main" noGrp="1"/>
          </p:cNvSpPr>
          <p:nvPr/>
        </p:nvSpPr>
        <p:spPr>
          <a:xfrm xmlns:a="http://schemas.openxmlformats.org/drawingml/2006/main">
            <a:off x="1714500" y="2857500"/>
            <a:ext cx="6858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12000"/>
              </a:lnSpc>
              <a:buNone/>
              <a:defRPr sz="3825" b="1" i="0">
                <a:solidFill>
                  <a:srgbClr val="111111"/>
                </a:solidFill>
                <a:latin typeface="Arial"/>
                <a:ea typeface="Arial"/>
                <a:cs typeface="Arial"/>
              </a:defRPr>
            </a:pPr>
            <a:r>
              <a:rPr sz="3825" b="1" i="0">
                <a:solidFill>
                  <a:srgbClr val="111111"/>
                </a:solidFill>
                <a:latin typeface="Arial"/>
                <a:ea typeface="Arial"/>
                <a:cs typeface="Arial"/>
              </a:rPr>
              <a:t>AI should not only replace labor.</a:t>
            </a:r>
          </a:p>
          <a:p xmlns:a="http://schemas.openxmlformats.org/drawingml/2006/main">
            <a:pPr algn="l">
              <a:lnSpc>
                <a:spcPct val="112000"/>
              </a:lnSpc>
              <a:buNone/>
              <a:defRPr sz="3825" b="1" i="0">
                <a:solidFill>
                  <a:srgbClr val="111111"/>
                </a:solidFill>
                <a:latin typeface="Arial"/>
                <a:ea typeface="Arial"/>
                <a:cs typeface="Arial"/>
              </a:defRPr>
            </a:pPr>
            <a:r>
              <a:rPr sz="3825" b="1" i="0">
                <a:solidFill>
                  <a:srgbClr val="111111"/>
                </a:solidFill>
                <a:latin typeface="Arial"/>
                <a:ea typeface="Arial"/>
                <a:cs typeface="Arial"/>
              </a:rPr>
              <a:t>It should reveal the value society has failed to see.</a:t>
            </a:r>
          </a:p>
        </p:txBody>
      </p:sp>
      <p:sp>
        <p:nvSpPr>
          <p:cNvPr id="35" name="">
            <a:extLst xmlns:a="http://schemas.openxmlformats.org/drawingml/2006/main">
              <a:ext uri="{FF2B5EF4-FFF2-40B4-BE49-F238E27FC236}">
                <a16:creationId xmlns:a16="http://schemas.microsoft.com/office/drawing/2014/main" id="{3B7290FD-C018-4B7C-B0BF-913F3B748F9B}"/>
              </a:ext>
            </a:extLst>
          </p:cNvPr>
          <p:cNvSpPr>
            <a:spLocks xmlns:a="http://schemas.openxmlformats.org/drawingml/2006/main" noGrp="1"/>
          </p:cNvSpPr>
          <p:nvPr/>
        </p:nvSpPr>
        <p:spPr>
          <a:xfrm xmlns:a="http://schemas.openxmlformats.org/drawingml/2006/main">
            <a:off x="2381250" y="5381625"/>
            <a:ext cx="6191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8000"/>
              </a:lnSpc>
              <a:buNone/>
              <a:defRPr sz="2625" b="1" i="0">
                <a:solidFill>
                  <a:srgbClr val="16A085"/>
                </a:solidFill>
                <a:latin typeface="Arial"/>
                <a:ea typeface="Arial"/>
                <a:cs typeface="Arial"/>
              </a:defRPr>
            </a:pPr>
            <a:r>
              <a:rPr sz="2625" b="1" i="0">
                <a:solidFill>
                  <a:srgbClr val="16A085"/>
                </a:solidFill>
                <a:latin typeface="Arial"/>
                <a:ea typeface="Arial"/>
                <a:cs typeface="Arial"/>
              </a:rPr>
              <a:t>IDBLOOM: idbloom.tobysneko.com</a:t>
            </a:r>
          </a:p>
        </p:txBody>
      </p:sp>
      <p:sp>
        <p:nvSpPr>
          <p:cNvPr id="36" name="">
            <a:extLst xmlns:a="http://schemas.openxmlformats.org/drawingml/2006/main">
              <a:ext uri="{FF2B5EF4-FFF2-40B4-BE49-F238E27FC236}">
                <a16:creationId xmlns:a16="http://schemas.microsoft.com/office/drawing/2014/main" id="{10F1C4D4-FBAA-4A1D-BE31-389528CC5212}"/>
              </a:ext>
            </a:extLst>
          </p:cNvPr>
          <p:cNvSpPr>
            <a:spLocks xmlns:a="http://schemas.openxmlformats.org/drawingml/2006/main" noGrp="1"/>
          </p:cNvSpPr>
          <p:nvPr/>
        </p:nvSpPr>
        <p:spPr>
          <a:xfrm xmlns:a="http://schemas.openxmlformats.org/drawingml/2006/main">
            <a:off x="1809750" y="6667500"/>
            <a:ext cx="14287500"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19050">
            <a:solidFill>
              <a:srgbClr val="DDDDDD"/>
            </a:solidFill>
            <a:prstDash val="solid"/>
          </a:ln>
        </p:spPr>
      </p:sp>
      <p:sp>
        <p:nvSpPr>
          <p:cNvPr id="37" name="">
            <a:extLst xmlns:a="http://schemas.openxmlformats.org/drawingml/2006/main">
              <a:ext uri="{FF2B5EF4-FFF2-40B4-BE49-F238E27FC236}">
                <a16:creationId xmlns:a16="http://schemas.microsoft.com/office/drawing/2014/main" id="{F1FD8AFE-491B-4040-A520-A4CF57BA9B72}"/>
              </a:ext>
            </a:extLst>
          </p:cNvPr>
          <p:cNvSpPr>
            <a:spLocks xmlns:a="http://schemas.openxmlformats.org/drawingml/2006/main" noGrp="1"/>
          </p:cNvSpPr>
          <p:nvPr/>
        </p:nvSpPr>
        <p:spPr>
          <a:xfrm xmlns:a="http://schemas.openxmlformats.org/drawingml/2006/main">
            <a:off x="2190750" y="7124700"/>
            <a:ext cx="419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8000"/>
              </a:lnSpc>
              <a:buNone/>
              <a:defRPr sz="2100" b="1" i="0">
                <a:solidFill>
                  <a:srgbClr val="111111"/>
                </a:solidFill>
                <a:latin typeface="Arial"/>
                <a:ea typeface="Arial"/>
                <a:cs typeface="Arial"/>
              </a:defRPr>
            </a:pPr>
            <a:r>
              <a:rPr sz="2100" b="1" i="0">
                <a:solidFill>
                  <a:srgbClr val="111111"/>
                </a:solidFill>
                <a:latin typeface="Arial"/>
                <a:ea typeface="Arial"/>
                <a:cs typeface="Arial"/>
              </a:rPr>
              <a:t>AI Usage Acknowledgement</a:t>
            </a:r>
          </a:p>
        </p:txBody>
      </p:sp>
      <p:sp>
        <p:nvSpPr>
          <p:cNvPr id="38" name="">
            <a:extLst xmlns:a="http://schemas.openxmlformats.org/drawingml/2006/main">
              <a:ext uri="{FF2B5EF4-FFF2-40B4-BE49-F238E27FC236}">
                <a16:creationId xmlns:a16="http://schemas.microsoft.com/office/drawing/2014/main" id="{6BAF7419-0DBF-4989-B059-998C94EB38E2}"/>
              </a:ext>
            </a:extLst>
          </p:cNvPr>
          <p:cNvSpPr>
            <a:spLocks xmlns:a="http://schemas.openxmlformats.org/drawingml/2006/main" noGrp="1"/>
          </p:cNvSpPr>
          <p:nvPr/>
        </p:nvSpPr>
        <p:spPr>
          <a:xfrm xmlns:a="http://schemas.openxmlformats.org/drawingml/2006/main">
            <a:off x="2190750" y="7524750"/>
            <a:ext cx="13411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10000"/>
              </a:lnSpc>
              <a:buNone/>
              <a:defRPr sz="1725" b="0" i="0">
                <a:solidFill>
                  <a:srgbClr val="66706D"/>
                </a:solidFill>
                <a:latin typeface="Arial"/>
                <a:ea typeface="Arial"/>
                <a:cs typeface="Arial"/>
              </a:defRPr>
            </a:pPr>
            <a:r>
              <a:rPr sz="1725" b="0" i="0">
                <a:solidFill>
                  <a:srgbClr val="66706D"/>
                </a:solidFill>
                <a:latin typeface="Arial"/>
                <a:ea typeface="Arial"/>
                <a:cs typeface="Arial"/>
              </a:rPr>
              <a:t>Our team used AI tools to support brainstorming, language polishing, slide structure refinement and prototype simulation. The core idea, target user, business judgment, storyline and final adaptation were developed and validated by our student team.</a:t>
            </a:r>
          </a:p>
        </p:txBody>
      </p:sp>
      <p:sp>
        <p:nvSpPr>
          <p:cNvPr id="39" name="">
            <a:extLst xmlns:a="http://schemas.openxmlformats.org/drawingml/2006/main">
              <a:ext uri="{FF2B5EF4-FFF2-40B4-BE49-F238E27FC236}">
                <a16:creationId xmlns:a16="http://schemas.microsoft.com/office/drawing/2014/main" id="{2AE2BC86-9AEF-4957-9C4C-FBADF9B52460}"/>
              </a:ext>
            </a:extLst>
          </p:cNvPr>
          <p:cNvSpPr>
            <a:spLocks xmlns:a="http://schemas.openxmlformats.org/drawingml/2006/main" noGrp="1"/>
          </p:cNvSpPr>
          <p:nvPr/>
        </p:nvSpPr>
        <p:spPr>
          <a:xfrm xmlns:a="http://schemas.openxmlformats.org/drawingml/2006/main">
            <a:off x="13525500" y="96583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r">
              <a:lnSpc>
                <a:spcPct val="108000"/>
              </a:lnSpc>
              <a:buNone/>
              <a:defRPr sz="1575" b="0" i="0">
                <a:solidFill>
                  <a:srgbClr val="777777"/>
                </a:solidFill>
                <a:latin typeface="Arial"/>
                <a:ea typeface="Arial"/>
                <a:cs typeface="Arial"/>
              </a:defRPr>
            </a:pPr>
            <a:r>
              <a:rPr sz="1575" b="0" i="0">
                <a:solidFill>
                  <a:srgbClr val="777777"/>
                </a:solidFill>
                <a:latin typeface="Arial"/>
                <a:ea typeface="Arial"/>
                <a:cs typeface="Arial"/>
              </a:rPr>
              <a:t>Time: 5:55-6:30 | Slide 8/8</a:t>
            </a:r>
          </a:p>
        </p:txBody>
      </p:sp>
      <p:sp>
        <p:nvSpPr>
          <p:cNvPr id="40" name="">
            <a:extLst xmlns:a="http://schemas.openxmlformats.org/drawingml/2006/main">
              <a:ext uri="{FF2B5EF4-FFF2-40B4-BE49-F238E27FC236}">
                <a16:creationId xmlns:a16="http://schemas.microsoft.com/office/drawing/2014/main" id="{D1C40C72-9B7A-40EF-A807-109A5EBB673E}"/>
              </a:ext>
            </a:extLst>
          </p:cNvPr>
          <p:cNvSpPr>
            <a:spLocks xmlns:a="http://schemas.openxmlformats.org/drawingml/2006/main" noGrp="1"/>
          </p:cNvSpPr>
          <p:nvPr/>
        </p:nvSpPr>
        <p:spPr>
          <a:xfrm xmlns:a="http://schemas.openxmlformats.org/drawingml/2006/main">
            <a:off x="1333500" y="96583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19050" tIns="19050" rIns="19050" bIns="19050" anchor="t"/>
          <a:lstStyle xmlns:a="http://schemas.openxmlformats.org/drawingml/2006/main"/>
          <a:p xmlns:a="http://schemas.openxmlformats.org/drawingml/2006/main">
            <a:pPr algn="l">
              <a:lnSpc>
                <a:spcPct val="108000"/>
              </a:lnSpc>
              <a:buNone/>
              <a:defRPr sz="1575" b="0" i="0">
                <a:solidFill>
                  <a:srgbClr val="777777"/>
                </a:solidFill>
                <a:latin typeface="Arial"/>
                <a:ea typeface="Arial"/>
                <a:cs typeface="Arial"/>
              </a:defRPr>
            </a:pPr>
            <a:r>
              <a:rPr sz="1575" b="0" i="0">
                <a:solidFill>
                  <a:srgbClr val="777777"/>
                </a:solidFill>
                <a:latin typeface="Arial"/>
                <a:ea typeface="Arial"/>
                <a:cs typeface="Arial"/>
              </a:rPr>
              <a:t>IDBLOOM | BPA Topic 3 Labor Identity</a:t>
            </a:r>
          </a:p>
        </p:txBody>
      </p:sp>
    </p:spTree>
    <p:extLst>
      <p:ext uri="{BB962C8B-B14F-4D97-AF65-F5344CB8AC3E}">
        <p14:creationId xmlns:p14="http://schemas.microsoft.com/office/powerpoint/2010/main" val="161040176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2026-08-12T17:54:02.0020000Z</dcterms:created>
  <dcterms:modified xsi:type="dcterms:W3CDTF">2026-08-12T17:54:02.0020000Z</dcterms:modified>
</coreProperties>
</file>